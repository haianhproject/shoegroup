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Paytone One" charset="1" panose="00000500000000000000"/>
      <p:regular r:id="rId19"/>
    </p:embeddedFont>
    <p:embeddedFont>
      <p:font typeface="Poppins Bold" charset="1" panose="00000800000000000000"/>
      <p:regular r:id="rId20"/>
    </p:embeddedFont>
    <p:embeddedFont>
      <p:font typeface="Bogart Bold" charset="1" panose="00000800000000000000"/>
      <p:regular r:id="rId21"/>
    </p:embeddedFont>
    <p:embeddedFont>
      <p:font typeface="Poppins" charset="1" panose="00000500000000000000"/>
      <p:regular r:id="rId22"/>
    </p:embeddedFont>
    <p:embeddedFont>
      <p:font typeface="Bogart" charset="1" panose="0000050000000000000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11" Target="../media/image10.png" Type="http://schemas.openxmlformats.org/officeDocument/2006/relationships/image"/><Relationship Id="rId12" Target="../media/image11.svg" Type="http://schemas.openxmlformats.org/officeDocument/2006/relationships/image"/><Relationship Id="rId13" Target="../media/image12.png" Type="http://schemas.openxmlformats.org/officeDocument/2006/relationships/image"/><Relationship Id="rId14" Target="../media/image13.svg" Type="http://schemas.openxmlformats.org/officeDocument/2006/relationships/image"/><Relationship Id="rId15" Target="../media/image14.png" Type="http://schemas.openxmlformats.org/officeDocument/2006/relationships/image"/><Relationship Id="rId16" Target="../media/image15.svg" Type="http://schemas.openxmlformats.org/officeDocument/2006/relationships/image"/><Relationship Id="rId17" Target="../media/image16.png" Type="http://schemas.openxmlformats.org/officeDocument/2006/relationships/image"/><Relationship Id="rId18" Target="../media/image17.svg" Type="http://schemas.openxmlformats.org/officeDocument/2006/relationships/image"/><Relationship Id="rId19" Target="../media/image18.png" Type="http://schemas.openxmlformats.org/officeDocument/2006/relationships/image"/><Relationship Id="rId2" Target="../media/image1.png" Type="http://schemas.openxmlformats.org/officeDocument/2006/relationships/image"/><Relationship Id="rId20" Target="../media/image19.svg" Type="http://schemas.openxmlformats.org/officeDocument/2006/relationships/image"/><Relationship Id="rId21" Target="../media/image20.png" Type="http://schemas.openxmlformats.org/officeDocument/2006/relationships/image"/><Relationship Id="rId22" Target="../media/image2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8.png" Type="http://schemas.openxmlformats.org/officeDocument/2006/relationships/image"/><Relationship Id="rId11" Target="../media/image29.svg" Type="http://schemas.openxmlformats.org/officeDocument/2006/relationships/image"/><Relationship Id="rId12" Target="../media/image30.png" Type="http://schemas.openxmlformats.org/officeDocument/2006/relationships/image"/><Relationship Id="rId13" Target="../media/image31.svg" Type="http://schemas.openxmlformats.org/officeDocument/2006/relationships/image"/><Relationship Id="rId14" Target="../media/image32.png" Type="http://schemas.openxmlformats.org/officeDocument/2006/relationships/image"/><Relationship Id="rId15" Target="../media/image33.png" Type="http://schemas.openxmlformats.org/officeDocument/2006/relationships/image"/><Relationship Id="rId16" Target="../media/image34.png" Type="http://schemas.openxmlformats.org/officeDocument/2006/relationships/image"/><Relationship Id="rId17" Target="../media/image35.jpeg" Type="http://schemas.openxmlformats.org/officeDocument/2006/relationships/image"/><Relationship Id="rId18" Target="../media/image20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22.png" Type="http://schemas.openxmlformats.org/officeDocument/2006/relationships/image"/><Relationship Id="rId5" Target="../media/image23.svg" Type="http://schemas.openxmlformats.org/officeDocument/2006/relationships/image"/><Relationship Id="rId6" Target="../media/image24.png" Type="http://schemas.openxmlformats.org/officeDocument/2006/relationships/image"/><Relationship Id="rId7" Target="../media/image25.svg" Type="http://schemas.openxmlformats.org/officeDocument/2006/relationships/image"/><Relationship Id="rId8" Target="../media/image26.png" Type="http://schemas.openxmlformats.org/officeDocument/2006/relationships/image"/><Relationship Id="rId9" Target="../media/image27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2.svg" Type="http://schemas.openxmlformats.org/officeDocument/2006/relationships/image"/><Relationship Id="rId11" Target="../media/image43.png" Type="http://schemas.openxmlformats.org/officeDocument/2006/relationships/image"/><Relationship Id="rId12" Target="../media/image44.svg" Type="http://schemas.openxmlformats.org/officeDocument/2006/relationships/image"/><Relationship Id="rId13" Target="../media/image21.png" Type="http://schemas.openxmlformats.org/officeDocument/2006/relationships/image"/><Relationship Id="rId14" Target="../media/image20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6.jpeg" Type="http://schemas.openxmlformats.org/officeDocument/2006/relationships/image"/><Relationship Id="rId5" Target="../media/image37.png" Type="http://schemas.openxmlformats.org/officeDocument/2006/relationships/image"/><Relationship Id="rId6" Target="../media/image38.svg" Type="http://schemas.openxmlformats.org/officeDocument/2006/relationships/image"/><Relationship Id="rId7" Target="../media/image39.png" Type="http://schemas.openxmlformats.org/officeDocument/2006/relationships/image"/><Relationship Id="rId8" Target="../media/image40.svg" Type="http://schemas.openxmlformats.org/officeDocument/2006/relationships/image"/><Relationship Id="rId9" Target="../media/image4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9.png" Type="http://schemas.openxmlformats.org/officeDocument/2006/relationships/image"/><Relationship Id="rId11" Target="../media/image50.svg" Type="http://schemas.openxmlformats.org/officeDocument/2006/relationships/image"/><Relationship Id="rId12" Target="../media/image20.png" Type="http://schemas.openxmlformats.org/officeDocument/2006/relationships/image"/><Relationship Id="rId13" Target="../media/image51.png" Type="http://schemas.openxmlformats.org/officeDocument/2006/relationships/image"/><Relationship Id="rId14" Target="../media/image52.png" Type="http://schemas.openxmlformats.org/officeDocument/2006/relationships/image"/><Relationship Id="rId15" Target="../media/image53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5.png" Type="http://schemas.openxmlformats.org/officeDocument/2006/relationships/image"/><Relationship Id="rId5" Target="../media/image46.svg" Type="http://schemas.openxmlformats.org/officeDocument/2006/relationships/image"/><Relationship Id="rId6" Target="../media/image47.png" Type="http://schemas.openxmlformats.org/officeDocument/2006/relationships/image"/><Relationship Id="rId7" Target="../media/image48.svg" Type="http://schemas.openxmlformats.org/officeDocument/2006/relationships/image"/><Relationship Id="rId8" Target="../media/image28.png" Type="http://schemas.openxmlformats.org/officeDocument/2006/relationships/image"/><Relationship Id="rId9" Target="../media/image29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9.png" Type="http://schemas.openxmlformats.org/officeDocument/2006/relationships/image"/><Relationship Id="rId11" Target="../media/image50.svg" Type="http://schemas.openxmlformats.org/officeDocument/2006/relationships/image"/><Relationship Id="rId12" Target="../media/image20.png" Type="http://schemas.openxmlformats.org/officeDocument/2006/relationships/image"/><Relationship Id="rId13" Target="../media/image54.png" Type="http://schemas.openxmlformats.org/officeDocument/2006/relationships/image"/><Relationship Id="rId14" Target="../media/image55.png" Type="http://schemas.openxmlformats.org/officeDocument/2006/relationships/image"/><Relationship Id="rId15" Target="../media/image56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5.png" Type="http://schemas.openxmlformats.org/officeDocument/2006/relationships/image"/><Relationship Id="rId5" Target="../media/image46.svg" Type="http://schemas.openxmlformats.org/officeDocument/2006/relationships/image"/><Relationship Id="rId6" Target="../media/image47.png" Type="http://schemas.openxmlformats.org/officeDocument/2006/relationships/image"/><Relationship Id="rId7" Target="../media/image48.svg" Type="http://schemas.openxmlformats.org/officeDocument/2006/relationships/image"/><Relationship Id="rId8" Target="../media/image28.png" Type="http://schemas.openxmlformats.org/officeDocument/2006/relationships/image"/><Relationship Id="rId9" Target="../media/image29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0.png" Type="http://schemas.openxmlformats.org/officeDocument/2006/relationships/image"/><Relationship Id="rId11" Target="../media/image31.svg" Type="http://schemas.openxmlformats.org/officeDocument/2006/relationships/image"/><Relationship Id="rId12" Target="../media/image49.png" Type="http://schemas.openxmlformats.org/officeDocument/2006/relationships/image"/><Relationship Id="rId13" Target="../media/image50.svg" Type="http://schemas.openxmlformats.org/officeDocument/2006/relationships/image"/><Relationship Id="rId14" Target="../media/image41.png" Type="http://schemas.openxmlformats.org/officeDocument/2006/relationships/image"/><Relationship Id="rId15" Target="../media/image42.svg" Type="http://schemas.openxmlformats.org/officeDocument/2006/relationships/image"/><Relationship Id="rId16" Target="../media/image57.png" Type="http://schemas.openxmlformats.org/officeDocument/2006/relationships/image"/><Relationship Id="rId17" Target="../media/image58.svg" Type="http://schemas.openxmlformats.org/officeDocument/2006/relationships/image"/><Relationship Id="rId18" Target="https://abc-mart.com.vn/collections/puma?utm_source=google&amp;utm_medium=cpc&amp;utm_campaign=&amp;utm_id=23775490477&amp;utm_adset=&amp;utm_content=806115346052&amp;utm_term=abc+mart&amp;utm_device=c&amp;utm_network=g&amp;utm_placement=&amp;gad_source=1&amp;gad_campaignid=23775490477&amp;gbraid=0AAAABDA3s08w8QYVPz-wejz6sMlNCZDu-&amp;gclid=CjwKCAjwn67VBhBnEiwAXUIN1bdSc2JiR4pnvGUnp3GXddtoZY9AVBRSJIk8PsR2hceASW_APzY2BxoCslQQAvD_BwE" TargetMode="External" Type="http://schemas.openxmlformats.org/officeDocument/2006/relationships/hyperlink"/><Relationship Id="rId19" Target="https://share.google/ZmAzqIJyawTwAbRIZ" TargetMode="External" Type="http://schemas.openxmlformats.org/officeDocument/2006/relationships/hyperlink"/><Relationship Id="rId2" Target="../media/image1.png" Type="http://schemas.openxmlformats.org/officeDocument/2006/relationships/image"/><Relationship Id="rId20" Target="../media/image59.png" Type="http://schemas.openxmlformats.org/officeDocument/2006/relationships/image"/><Relationship Id="rId21" Target="../media/image60.png" Type="http://schemas.openxmlformats.org/officeDocument/2006/relationships/image"/><Relationship Id="rId22" Target="../media/image20.png" Type="http://schemas.openxmlformats.org/officeDocument/2006/relationships/image"/><Relationship Id="rId3" Target="../media/image2.svg" Type="http://schemas.openxmlformats.org/officeDocument/2006/relationships/image"/><Relationship Id="rId4" Target="../media/image45.png" Type="http://schemas.openxmlformats.org/officeDocument/2006/relationships/image"/><Relationship Id="rId5" Target="../media/image46.svg" Type="http://schemas.openxmlformats.org/officeDocument/2006/relationships/image"/><Relationship Id="rId6" Target="../media/image47.png" Type="http://schemas.openxmlformats.org/officeDocument/2006/relationships/image"/><Relationship Id="rId7" Target="../media/image48.svg" Type="http://schemas.openxmlformats.org/officeDocument/2006/relationships/image"/><Relationship Id="rId8" Target="../media/image28.png" Type="http://schemas.openxmlformats.org/officeDocument/2006/relationships/image"/><Relationship Id="rId9" Target="../media/image29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9.png" Type="http://schemas.openxmlformats.org/officeDocument/2006/relationships/image"/><Relationship Id="rId11" Target="../media/image50.svg" Type="http://schemas.openxmlformats.org/officeDocument/2006/relationships/image"/><Relationship Id="rId12" Target="../media/image41.png" Type="http://schemas.openxmlformats.org/officeDocument/2006/relationships/image"/><Relationship Id="rId13" Target="../media/image42.svg" Type="http://schemas.openxmlformats.org/officeDocument/2006/relationships/image"/><Relationship Id="rId14" Target="../media/image20.png" Type="http://schemas.openxmlformats.org/officeDocument/2006/relationships/image"/><Relationship Id="rId15" Target="../media/image61.png" Type="http://schemas.openxmlformats.org/officeDocument/2006/relationships/image"/><Relationship Id="rId16" Target="../media/image6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5.png" Type="http://schemas.openxmlformats.org/officeDocument/2006/relationships/image"/><Relationship Id="rId5" Target="../media/image46.svg" Type="http://schemas.openxmlformats.org/officeDocument/2006/relationships/image"/><Relationship Id="rId6" Target="../media/image47.png" Type="http://schemas.openxmlformats.org/officeDocument/2006/relationships/image"/><Relationship Id="rId7" Target="../media/image48.svg" Type="http://schemas.openxmlformats.org/officeDocument/2006/relationships/image"/><Relationship Id="rId8" Target="../media/image28.png" Type="http://schemas.openxmlformats.org/officeDocument/2006/relationships/image"/><Relationship Id="rId9" Target="../media/image29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3.png" Type="http://schemas.openxmlformats.org/officeDocument/2006/relationships/image"/><Relationship Id="rId11" Target="../media/image44.svg" Type="http://schemas.openxmlformats.org/officeDocument/2006/relationships/image"/><Relationship Id="rId12" Target="../media/image30.png" Type="http://schemas.openxmlformats.org/officeDocument/2006/relationships/image"/><Relationship Id="rId13" Target="../media/image31.svg" Type="http://schemas.openxmlformats.org/officeDocument/2006/relationships/image"/><Relationship Id="rId14" Target="../media/image47.png" Type="http://schemas.openxmlformats.org/officeDocument/2006/relationships/image"/><Relationship Id="rId15" Target="../media/image48.svg" Type="http://schemas.openxmlformats.org/officeDocument/2006/relationships/image"/><Relationship Id="rId16" Target="../media/image20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9.png" Type="http://schemas.openxmlformats.org/officeDocument/2006/relationships/image"/><Relationship Id="rId5" Target="../media/image50.svg" Type="http://schemas.openxmlformats.org/officeDocument/2006/relationships/image"/><Relationship Id="rId6" Target="../media/image61.png" Type="http://schemas.openxmlformats.org/officeDocument/2006/relationships/image"/><Relationship Id="rId7" Target="../media/image62.svg" Type="http://schemas.openxmlformats.org/officeDocument/2006/relationships/image"/><Relationship Id="rId8" Target="../media/image63.png" Type="http://schemas.openxmlformats.org/officeDocument/2006/relationships/image"/><Relationship Id="rId9" Target="../media/image64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0.png" Type="http://schemas.openxmlformats.org/officeDocument/2006/relationships/image"/><Relationship Id="rId11" Target="../media/image31.svg" Type="http://schemas.openxmlformats.org/officeDocument/2006/relationships/image"/><Relationship Id="rId12" Target="../media/image47.png" Type="http://schemas.openxmlformats.org/officeDocument/2006/relationships/image"/><Relationship Id="rId13" Target="../media/image48.svg" Type="http://schemas.openxmlformats.org/officeDocument/2006/relationships/image"/><Relationship Id="rId14" Target="../media/image20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9.png" Type="http://schemas.openxmlformats.org/officeDocument/2006/relationships/image"/><Relationship Id="rId5" Target="../media/image50.svg" Type="http://schemas.openxmlformats.org/officeDocument/2006/relationships/image"/><Relationship Id="rId6" Target="../media/image63.png" Type="http://schemas.openxmlformats.org/officeDocument/2006/relationships/image"/><Relationship Id="rId7" Target="../media/image64.svg" Type="http://schemas.openxmlformats.org/officeDocument/2006/relationships/image"/><Relationship Id="rId8" Target="../media/image43.png" Type="http://schemas.openxmlformats.org/officeDocument/2006/relationships/image"/><Relationship Id="rId9" Target="../media/image44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0.png" Type="http://schemas.openxmlformats.org/officeDocument/2006/relationships/image"/><Relationship Id="rId11" Target="../media/image31.svg" Type="http://schemas.openxmlformats.org/officeDocument/2006/relationships/image"/><Relationship Id="rId12" Target="../media/image20.png" Type="http://schemas.openxmlformats.org/officeDocument/2006/relationships/image"/><Relationship Id="rId13" Target="../media/image65.png" Type="http://schemas.openxmlformats.org/officeDocument/2006/relationships/image"/><Relationship Id="rId14" Target="../embeddings/oleObject1.bin" Type="http://schemas.openxmlformats.org/officeDocument/2006/relationships/oleObjec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9.png" Type="http://schemas.openxmlformats.org/officeDocument/2006/relationships/image"/><Relationship Id="rId5" Target="../media/image50.svg" Type="http://schemas.openxmlformats.org/officeDocument/2006/relationships/image"/><Relationship Id="rId6" Target="../media/image63.png" Type="http://schemas.openxmlformats.org/officeDocument/2006/relationships/image"/><Relationship Id="rId7" Target="../media/image64.svg" Type="http://schemas.openxmlformats.org/officeDocument/2006/relationships/image"/><Relationship Id="rId8" Target="../media/image43.png" Type="http://schemas.openxmlformats.org/officeDocument/2006/relationships/image"/><Relationship Id="rId9" Target="../media/image44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0.png" Type="http://schemas.openxmlformats.org/officeDocument/2006/relationships/image"/><Relationship Id="rId11" Target="../media/image31.svg" Type="http://schemas.openxmlformats.org/officeDocument/2006/relationships/image"/><Relationship Id="rId12" Target="../media/image20.png" Type="http://schemas.openxmlformats.org/officeDocument/2006/relationships/image"/><Relationship Id="rId13" Target="../media/image66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9.png" Type="http://schemas.openxmlformats.org/officeDocument/2006/relationships/image"/><Relationship Id="rId5" Target="../media/image50.svg" Type="http://schemas.openxmlformats.org/officeDocument/2006/relationships/image"/><Relationship Id="rId6" Target="../media/image63.png" Type="http://schemas.openxmlformats.org/officeDocument/2006/relationships/image"/><Relationship Id="rId7" Target="../media/image64.svg" Type="http://schemas.openxmlformats.org/officeDocument/2006/relationships/image"/><Relationship Id="rId8" Target="../media/image43.png" Type="http://schemas.openxmlformats.org/officeDocument/2006/relationships/image"/><Relationship Id="rId9" Target="../media/image44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0.png" Type="http://schemas.openxmlformats.org/officeDocument/2006/relationships/image"/><Relationship Id="rId11" Target="../media/image31.svg" Type="http://schemas.openxmlformats.org/officeDocument/2006/relationships/image"/><Relationship Id="rId12" Target="../media/image20.png" Type="http://schemas.openxmlformats.org/officeDocument/2006/relationships/image"/><Relationship Id="rId13" Target="../media/image67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9.png" Type="http://schemas.openxmlformats.org/officeDocument/2006/relationships/image"/><Relationship Id="rId5" Target="../media/image50.svg" Type="http://schemas.openxmlformats.org/officeDocument/2006/relationships/image"/><Relationship Id="rId6" Target="../media/image63.png" Type="http://schemas.openxmlformats.org/officeDocument/2006/relationships/image"/><Relationship Id="rId7" Target="../media/image64.svg" Type="http://schemas.openxmlformats.org/officeDocument/2006/relationships/image"/><Relationship Id="rId8" Target="../media/image43.png" Type="http://schemas.openxmlformats.org/officeDocument/2006/relationships/image"/><Relationship Id="rId9" Target="../media/image44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1.png" Type="http://schemas.openxmlformats.org/officeDocument/2006/relationships/image"/><Relationship Id="rId11" Target="../media/image42.svg" Type="http://schemas.openxmlformats.org/officeDocument/2006/relationships/image"/><Relationship Id="rId12" Target="../media/image20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68.png" Type="http://schemas.openxmlformats.org/officeDocument/2006/relationships/image"/><Relationship Id="rId5" Target="../media/image69.svg" Type="http://schemas.openxmlformats.org/officeDocument/2006/relationships/image"/><Relationship Id="rId6" Target="../media/image43.png" Type="http://schemas.openxmlformats.org/officeDocument/2006/relationships/image"/><Relationship Id="rId7" Target="../media/image44.svg" Type="http://schemas.openxmlformats.org/officeDocument/2006/relationships/image"/><Relationship Id="rId8" Target="../media/image30.png" Type="http://schemas.openxmlformats.org/officeDocument/2006/relationships/image"/><Relationship Id="rId9" Target="../media/image31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86479" y="-38100"/>
            <a:ext cx="18460957" cy="11315700"/>
            <a:chOff x="0" y="0"/>
            <a:chExt cx="24614610" cy="15087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4782052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564105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4346157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12821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4782052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564105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4346157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912821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4782052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9564105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4346157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912821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false" flipV="true" rot="4362010">
            <a:off x="7867991" y="-747943"/>
            <a:ext cx="10327713" cy="13854249"/>
          </a:xfrm>
          <a:custGeom>
            <a:avLst/>
            <a:gdLst/>
            <a:ahLst/>
            <a:cxnLst/>
            <a:rect r="r" b="b" t="t" l="l"/>
            <a:pathLst>
              <a:path h="13854249" w="10327713">
                <a:moveTo>
                  <a:pt x="0" y="13854249"/>
                </a:moveTo>
                <a:lnTo>
                  <a:pt x="10327713" y="13854249"/>
                </a:lnTo>
                <a:lnTo>
                  <a:pt x="10327713" y="0"/>
                </a:lnTo>
                <a:lnTo>
                  <a:pt x="0" y="0"/>
                </a:lnTo>
                <a:lnTo>
                  <a:pt x="0" y="13854249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10351677" y="0"/>
            <a:ext cx="6231526" cy="8006390"/>
            <a:chOff x="0" y="0"/>
            <a:chExt cx="660400" cy="84849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60400" cy="848495"/>
            </a:xfrm>
            <a:custGeom>
              <a:avLst/>
              <a:gdLst/>
              <a:ahLst/>
              <a:cxnLst/>
              <a:rect r="r" b="b" t="t" l="l"/>
              <a:pathLst>
                <a:path h="848495" w="660400">
                  <a:moveTo>
                    <a:pt x="220252" y="829426"/>
                  </a:moveTo>
                  <a:cubicBezTo>
                    <a:pt x="254109" y="840940"/>
                    <a:pt x="292600" y="848495"/>
                    <a:pt x="330378" y="848495"/>
                  </a:cubicBezTo>
                  <a:cubicBezTo>
                    <a:pt x="368157" y="848495"/>
                    <a:pt x="404509" y="842018"/>
                    <a:pt x="438009" y="830504"/>
                  </a:cubicBezTo>
                  <a:cubicBezTo>
                    <a:pt x="438723" y="830145"/>
                    <a:pt x="439435" y="830145"/>
                    <a:pt x="440148" y="829786"/>
                  </a:cubicBezTo>
                  <a:cubicBezTo>
                    <a:pt x="565955" y="783730"/>
                    <a:pt x="658618" y="662116"/>
                    <a:pt x="660400" y="519200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518815"/>
                  </a:lnTo>
                  <a:cubicBezTo>
                    <a:pt x="1782" y="662835"/>
                    <a:pt x="93019" y="784450"/>
                    <a:pt x="220252" y="829426"/>
                  </a:cubicBezTo>
                  <a:close/>
                </a:path>
              </a:pathLst>
            </a:custGeom>
            <a:blipFill>
              <a:blip r:embed="rId6"/>
              <a:stretch>
                <a:fillRect l="-46361" t="0" r="-46361" b="0"/>
              </a:stretch>
            </a:blipFill>
          </p:spPr>
        </p:sp>
      </p:grpSp>
      <p:sp>
        <p:nvSpPr>
          <p:cNvPr name="AutoShape 21" id="21"/>
          <p:cNvSpPr/>
          <p:nvPr/>
        </p:nvSpPr>
        <p:spPr>
          <a:xfrm>
            <a:off x="1576937" y="6179182"/>
            <a:ext cx="1248155" cy="0"/>
          </a:xfrm>
          <a:prstGeom prst="line">
            <a:avLst/>
          </a:prstGeom>
          <a:ln cap="rnd" w="57150">
            <a:solidFill>
              <a:srgbClr val="1C1C1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2" id="22"/>
          <p:cNvGrpSpPr/>
          <p:nvPr/>
        </p:nvGrpSpPr>
        <p:grpSpPr>
          <a:xfrm rot="0">
            <a:off x="7477754" y="9613457"/>
            <a:ext cx="3086100" cy="287448"/>
            <a:chOff x="0" y="0"/>
            <a:chExt cx="812800" cy="7570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12800" cy="75706"/>
            </a:xfrm>
            <a:custGeom>
              <a:avLst/>
              <a:gdLst/>
              <a:ahLst/>
              <a:cxnLst/>
              <a:rect r="r" b="b" t="t" l="l"/>
              <a:pathLst>
                <a:path h="75706" w="812800">
                  <a:moveTo>
                    <a:pt x="406400" y="0"/>
                  </a:moveTo>
                  <a:cubicBezTo>
                    <a:pt x="181951" y="0"/>
                    <a:pt x="0" y="16947"/>
                    <a:pt x="0" y="37853"/>
                  </a:cubicBezTo>
                  <a:cubicBezTo>
                    <a:pt x="0" y="58759"/>
                    <a:pt x="181951" y="75706"/>
                    <a:pt x="406400" y="75706"/>
                  </a:cubicBezTo>
                  <a:cubicBezTo>
                    <a:pt x="630849" y="75706"/>
                    <a:pt x="812800" y="58759"/>
                    <a:pt x="812800" y="37853"/>
                  </a:cubicBezTo>
                  <a:cubicBezTo>
                    <a:pt x="812800" y="16947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BD9FF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76200" y="-59578"/>
              <a:ext cx="660400" cy="1281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25" id="25"/>
          <p:cNvSpPr/>
          <p:nvPr/>
        </p:nvSpPr>
        <p:spPr>
          <a:xfrm flipH="true" flipV="false" rot="0">
            <a:off x="7927996" y="5855318"/>
            <a:ext cx="2185615" cy="3942968"/>
          </a:xfrm>
          <a:custGeom>
            <a:avLst/>
            <a:gdLst/>
            <a:ahLst/>
            <a:cxnLst/>
            <a:rect r="r" b="b" t="t" l="l"/>
            <a:pathLst>
              <a:path h="3942968" w="2185615">
                <a:moveTo>
                  <a:pt x="2185615" y="0"/>
                </a:moveTo>
                <a:lnTo>
                  <a:pt x="0" y="0"/>
                </a:lnTo>
                <a:lnTo>
                  <a:pt x="0" y="3942967"/>
                </a:lnTo>
                <a:lnTo>
                  <a:pt x="2185615" y="3942967"/>
                </a:lnTo>
                <a:lnTo>
                  <a:pt x="2185615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6384523" y="8407075"/>
            <a:ext cx="2916967" cy="2916967"/>
          </a:xfrm>
          <a:custGeom>
            <a:avLst/>
            <a:gdLst/>
            <a:ahLst/>
            <a:cxnLst/>
            <a:rect r="r" b="b" t="t" l="l"/>
            <a:pathLst>
              <a:path h="2916967" w="2916967">
                <a:moveTo>
                  <a:pt x="0" y="0"/>
                </a:moveTo>
                <a:lnTo>
                  <a:pt x="2916967" y="0"/>
                </a:lnTo>
                <a:lnTo>
                  <a:pt x="2916967" y="2916968"/>
                </a:lnTo>
                <a:lnTo>
                  <a:pt x="0" y="291696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5498552" y="9301989"/>
            <a:ext cx="1197833" cy="1197833"/>
          </a:xfrm>
          <a:custGeom>
            <a:avLst/>
            <a:gdLst/>
            <a:ahLst/>
            <a:cxnLst/>
            <a:rect r="r" b="b" t="t" l="l"/>
            <a:pathLst>
              <a:path h="1197833" w="1197833">
                <a:moveTo>
                  <a:pt x="0" y="0"/>
                </a:moveTo>
                <a:lnTo>
                  <a:pt x="1197832" y="0"/>
                </a:lnTo>
                <a:lnTo>
                  <a:pt x="1197832" y="1197833"/>
                </a:lnTo>
                <a:lnTo>
                  <a:pt x="0" y="119783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8" id="28"/>
          <p:cNvGrpSpPr/>
          <p:nvPr/>
        </p:nvGrpSpPr>
        <p:grpSpPr>
          <a:xfrm rot="0">
            <a:off x="5388476" y="9436896"/>
            <a:ext cx="523240" cy="523240"/>
            <a:chOff x="0" y="0"/>
            <a:chExt cx="812800" cy="8128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C33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31" id="31"/>
          <p:cNvSpPr/>
          <p:nvPr/>
        </p:nvSpPr>
        <p:spPr>
          <a:xfrm flipH="false" flipV="false" rot="0">
            <a:off x="-1918475" y="-1528941"/>
            <a:ext cx="8288237" cy="7052536"/>
          </a:xfrm>
          <a:custGeom>
            <a:avLst/>
            <a:gdLst/>
            <a:ahLst/>
            <a:cxnLst/>
            <a:rect r="r" b="b" t="t" l="l"/>
            <a:pathLst>
              <a:path h="7052536" w="8288237">
                <a:moveTo>
                  <a:pt x="0" y="0"/>
                </a:moveTo>
                <a:lnTo>
                  <a:pt x="8288237" y="0"/>
                </a:lnTo>
                <a:lnTo>
                  <a:pt x="8288237" y="7052536"/>
                </a:lnTo>
                <a:lnTo>
                  <a:pt x="0" y="7052536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0">
            <a:off x="4882508" y="-593564"/>
            <a:ext cx="1029208" cy="4114800"/>
          </a:xfrm>
          <a:custGeom>
            <a:avLst/>
            <a:gdLst/>
            <a:ahLst/>
            <a:cxnLst/>
            <a:rect r="r" b="b" t="t" l="l"/>
            <a:pathLst>
              <a:path h="4114800" w="1029208">
                <a:moveTo>
                  <a:pt x="0" y="0"/>
                </a:moveTo>
                <a:lnTo>
                  <a:pt x="1029208" y="0"/>
                </a:lnTo>
                <a:lnTo>
                  <a:pt x="102920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4684254" y="-441164"/>
            <a:ext cx="609924" cy="2438491"/>
          </a:xfrm>
          <a:custGeom>
            <a:avLst/>
            <a:gdLst/>
            <a:ahLst/>
            <a:cxnLst/>
            <a:rect r="r" b="b" t="t" l="l"/>
            <a:pathLst>
              <a:path h="2438491" w="609924">
                <a:moveTo>
                  <a:pt x="0" y="0"/>
                </a:moveTo>
                <a:lnTo>
                  <a:pt x="609924" y="0"/>
                </a:lnTo>
                <a:lnTo>
                  <a:pt x="609924" y="2438491"/>
                </a:lnTo>
                <a:lnTo>
                  <a:pt x="0" y="2438491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4" id="34"/>
          <p:cNvSpPr/>
          <p:nvPr/>
        </p:nvSpPr>
        <p:spPr>
          <a:xfrm flipH="false" flipV="false" rot="0">
            <a:off x="6939882" y="-1339627"/>
            <a:ext cx="2916967" cy="2916967"/>
          </a:xfrm>
          <a:custGeom>
            <a:avLst/>
            <a:gdLst/>
            <a:ahLst/>
            <a:cxnLst/>
            <a:rect r="r" b="b" t="t" l="l"/>
            <a:pathLst>
              <a:path h="2916967" w="2916967">
                <a:moveTo>
                  <a:pt x="0" y="0"/>
                </a:moveTo>
                <a:lnTo>
                  <a:pt x="2916967" y="0"/>
                </a:lnTo>
                <a:lnTo>
                  <a:pt x="2916967" y="2916967"/>
                </a:lnTo>
                <a:lnTo>
                  <a:pt x="0" y="291696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5" id="35"/>
          <p:cNvGrpSpPr/>
          <p:nvPr/>
        </p:nvGrpSpPr>
        <p:grpSpPr>
          <a:xfrm rot="0">
            <a:off x="5498552" y="2921126"/>
            <a:ext cx="523240" cy="523240"/>
            <a:chOff x="0" y="0"/>
            <a:chExt cx="812800" cy="812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C33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922088" y="364061"/>
            <a:ext cx="828040" cy="828040"/>
            <a:chOff x="0" y="0"/>
            <a:chExt cx="812800" cy="8128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42875" cap="sq">
              <a:solidFill>
                <a:srgbClr val="3D4B70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1658658" y="4131310"/>
            <a:ext cx="7485342" cy="1012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260"/>
              </a:lnSpc>
            </a:pPr>
            <a:r>
              <a:rPr lang="en-US" sz="5900">
                <a:solidFill>
                  <a:srgbClr val="1C1C1C"/>
                </a:solidFill>
                <a:latin typeface="Paytone One"/>
                <a:ea typeface="Paytone One"/>
                <a:cs typeface="Paytone One"/>
                <a:sym typeface="Paytone One"/>
              </a:rPr>
              <a:t>DỰ ÁN TỐT</a:t>
            </a:r>
            <a:r>
              <a:rPr lang="en-US" sz="5900">
                <a:solidFill>
                  <a:srgbClr val="1C1C1C"/>
                </a:solidFill>
                <a:latin typeface="Paytone One"/>
                <a:ea typeface="Paytone One"/>
                <a:cs typeface="Paytone One"/>
                <a:sym typeface="Paytone One"/>
              </a:rPr>
              <a:t> NGHIỆP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658658" y="5347970"/>
            <a:ext cx="6580776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1C1C1C"/>
                </a:solidFill>
                <a:latin typeface="Paytone One"/>
                <a:ea typeface="Paytone One"/>
                <a:cs typeface="Paytone One"/>
                <a:sym typeface="Paytone One"/>
              </a:rPr>
              <a:t>WEBSITE</a:t>
            </a:r>
            <a:r>
              <a:rPr lang="en-US" sz="2400">
                <a:solidFill>
                  <a:srgbClr val="1C1C1C"/>
                </a:solidFill>
                <a:latin typeface="Paytone One"/>
                <a:ea typeface="Paytone One"/>
                <a:cs typeface="Paytone One"/>
                <a:sym typeface="Paytone One"/>
              </a:rPr>
              <a:t> BÁN GIÀY THỂ THAO SHOEGROUP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576937" y="6537954"/>
            <a:ext cx="6112993" cy="1263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NHÓM SD-64</a:t>
            </a:r>
          </a:p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GVHD: Nguyễn Quy Tôn</a:t>
            </a:r>
          </a:p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CHUYÊN NGÀNH: PHÁT TRIỂN PHẦN MỀM</a:t>
            </a:r>
          </a:p>
        </p:txBody>
      </p:sp>
      <p:sp>
        <p:nvSpPr>
          <p:cNvPr name="Freeform 44" id="44"/>
          <p:cNvSpPr/>
          <p:nvPr/>
        </p:nvSpPr>
        <p:spPr>
          <a:xfrm flipH="false" flipV="false" rot="0">
            <a:off x="848023" y="4361220"/>
            <a:ext cx="810635" cy="710411"/>
          </a:xfrm>
          <a:custGeom>
            <a:avLst/>
            <a:gdLst/>
            <a:ahLst/>
            <a:cxnLst/>
            <a:rect r="r" b="b" t="t" l="l"/>
            <a:pathLst>
              <a:path h="710411" w="810635">
                <a:moveTo>
                  <a:pt x="0" y="0"/>
                </a:moveTo>
                <a:lnTo>
                  <a:pt x="810635" y="0"/>
                </a:lnTo>
                <a:lnTo>
                  <a:pt x="810635" y="710411"/>
                </a:lnTo>
                <a:lnTo>
                  <a:pt x="0" y="710411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5" id="45"/>
          <p:cNvSpPr/>
          <p:nvPr/>
        </p:nvSpPr>
        <p:spPr>
          <a:xfrm flipH="false" flipV="false" rot="0">
            <a:off x="204041" y="118856"/>
            <a:ext cx="2225643" cy="756719"/>
          </a:xfrm>
          <a:custGeom>
            <a:avLst/>
            <a:gdLst/>
            <a:ahLst/>
            <a:cxnLst/>
            <a:rect r="r" b="b" t="t" l="l"/>
            <a:pathLst>
              <a:path h="756719" w="2225643">
                <a:moveTo>
                  <a:pt x="0" y="0"/>
                </a:moveTo>
                <a:lnTo>
                  <a:pt x="2225643" y="0"/>
                </a:lnTo>
                <a:lnTo>
                  <a:pt x="2225643" y="756719"/>
                </a:lnTo>
                <a:lnTo>
                  <a:pt x="0" y="756719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Freeform 46" id="46"/>
          <p:cNvSpPr/>
          <p:nvPr/>
        </p:nvSpPr>
        <p:spPr>
          <a:xfrm flipH="false" flipV="false" rot="6113842">
            <a:off x="8166903" y="3094719"/>
            <a:ext cx="1495301" cy="2064939"/>
          </a:xfrm>
          <a:custGeom>
            <a:avLst/>
            <a:gdLst/>
            <a:ahLst/>
            <a:cxnLst/>
            <a:rect r="r" b="b" t="t" l="l"/>
            <a:pathLst>
              <a:path h="2064939" w="1495301">
                <a:moveTo>
                  <a:pt x="0" y="0"/>
                </a:moveTo>
                <a:lnTo>
                  <a:pt x="1495301" y="0"/>
                </a:lnTo>
                <a:lnTo>
                  <a:pt x="1495301" y="2064939"/>
                </a:lnTo>
                <a:lnTo>
                  <a:pt x="0" y="206493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-193059"/>
            <a:ext cx="18460957" cy="11315700"/>
            <a:chOff x="0" y="0"/>
            <a:chExt cx="24614610" cy="15087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4782052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564105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4346157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12821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4782052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564105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4346157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912821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4782052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9564105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4346157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912821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false" flipV="false" rot="0">
            <a:off x="13234944" y="7132545"/>
            <a:ext cx="7273544" cy="5673364"/>
          </a:xfrm>
          <a:custGeom>
            <a:avLst/>
            <a:gdLst/>
            <a:ahLst/>
            <a:cxnLst/>
            <a:rect r="r" b="b" t="t" l="l"/>
            <a:pathLst>
              <a:path h="5673364" w="7273544">
                <a:moveTo>
                  <a:pt x="0" y="0"/>
                </a:moveTo>
                <a:lnTo>
                  <a:pt x="7273544" y="0"/>
                </a:lnTo>
                <a:lnTo>
                  <a:pt x="7273544" y="5673365"/>
                </a:lnTo>
                <a:lnTo>
                  <a:pt x="0" y="56733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-549158" y="-1541353"/>
            <a:ext cx="4052975" cy="4114800"/>
          </a:xfrm>
          <a:custGeom>
            <a:avLst/>
            <a:gdLst/>
            <a:ahLst/>
            <a:cxnLst/>
            <a:rect r="r" b="b" t="t" l="l"/>
            <a:pathLst>
              <a:path h="4114800" w="4052975">
                <a:moveTo>
                  <a:pt x="0" y="0"/>
                </a:moveTo>
                <a:lnTo>
                  <a:pt x="4052975" y="0"/>
                </a:lnTo>
                <a:lnTo>
                  <a:pt x="405297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2029881" y="2573447"/>
            <a:ext cx="642168" cy="430837"/>
          </a:xfrm>
          <a:custGeom>
            <a:avLst/>
            <a:gdLst/>
            <a:ahLst/>
            <a:cxnLst/>
            <a:rect r="r" b="b" t="t" l="l"/>
            <a:pathLst>
              <a:path h="430837" w="642168">
                <a:moveTo>
                  <a:pt x="0" y="0"/>
                </a:moveTo>
                <a:lnTo>
                  <a:pt x="642169" y="0"/>
                </a:lnTo>
                <a:lnTo>
                  <a:pt x="642169" y="430836"/>
                </a:lnTo>
                <a:lnTo>
                  <a:pt x="0" y="43083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5945966">
            <a:off x="17458394" y="3488361"/>
            <a:ext cx="359565" cy="969414"/>
          </a:xfrm>
          <a:custGeom>
            <a:avLst/>
            <a:gdLst/>
            <a:ahLst/>
            <a:cxnLst/>
            <a:rect r="r" b="b" t="t" l="l"/>
            <a:pathLst>
              <a:path h="969414" w="359565">
                <a:moveTo>
                  <a:pt x="0" y="0"/>
                </a:moveTo>
                <a:lnTo>
                  <a:pt x="359564" y="0"/>
                </a:lnTo>
                <a:lnTo>
                  <a:pt x="359564" y="969414"/>
                </a:lnTo>
                <a:lnTo>
                  <a:pt x="0" y="96941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7038897" y="9494248"/>
            <a:ext cx="558202" cy="474979"/>
          </a:xfrm>
          <a:custGeom>
            <a:avLst/>
            <a:gdLst/>
            <a:ahLst/>
            <a:cxnLst/>
            <a:rect r="r" b="b" t="t" l="l"/>
            <a:pathLst>
              <a:path h="474979" w="558202">
                <a:moveTo>
                  <a:pt x="0" y="0"/>
                </a:moveTo>
                <a:lnTo>
                  <a:pt x="558202" y="0"/>
                </a:lnTo>
                <a:lnTo>
                  <a:pt x="558202" y="474979"/>
                </a:lnTo>
                <a:lnTo>
                  <a:pt x="0" y="47497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3" id="23"/>
          <p:cNvGrpSpPr>
            <a:grpSpLocks noChangeAspect="true"/>
          </p:cNvGrpSpPr>
          <p:nvPr/>
        </p:nvGrpSpPr>
        <p:grpSpPr>
          <a:xfrm rot="0">
            <a:off x="1527579" y="3431326"/>
            <a:ext cx="3127738" cy="3127738"/>
            <a:chOff x="0" y="0"/>
            <a:chExt cx="14840029" cy="1484002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-33258" y="-75"/>
              <a:ext cx="14906544" cy="14840178"/>
            </a:xfrm>
            <a:custGeom>
              <a:avLst/>
              <a:gdLst/>
              <a:ahLst/>
              <a:cxnLst/>
              <a:rect r="r" b="b" t="t" l="l"/>
              <a:pathLst>
                <a:path h="14840178" w="14906544">
                  <a:moveTo>
                    <a:pt x="7453273" y="75"/>
                  </a:moveTo>
                  <a:cubicBezTo>
                    <a:pt x="4794451" y="-11816"/>
                    <a:pt x="2332496" y="1399825"/>
                    <a:pt x="999642" y="3700470"/>
                  </a:cubicBezTo>
                  <a:cubicBezTo>
                    <a:pt x="-333213" y="6001115"/>
                    <a:pt x="-333213" y="8839064"/>
                    <a:pt x="999642" y="11139709"/>
                  </a:cubicBezTo>
                  <a:cubicBezTo>
                    <a:pt x="2332496" y="13440354"/>
                    <a:pt x="4794451" y="14851995"/>
                    <a:pt x="7453273" y="14840104"/>
                  </a:cubicBezTo>
                  <a:cubicBezTo>
                    <a:pt x="10112093" y="14851995"/>
                    <a:pt x="12574049" y="13440354"/>
                    <a:pt x="13906904" y="11139709"/>
                  </a:cubicBezTo>
                  <a:cubicBezTo>
                    <a:pt x="15239758" y="8839064"/>
                    <a:pt x="15239758" y="6001115"/>
                    <a:pt x="13906904" y="3700470"/>
                  </a:cubicBezTo>
                  <a:cubicBezTo>
                    <a:pt x="12574049" y="1399825"/>
                    <a:pt x="10112093" y="-11816"/>
                    <a:pt x="7453273" y="75"/>
                  </a:cubicBezTo>
                  <a:close/>
                </a:path>
              </a:pathLst>
            </a:custGeom>
            <a:solidFill>
              <a:srgbClr val="94B143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168022" y="200309"/>
              <a:ext cx="14503985" cy="14439411"/>
            </a:xfrm>
            <a:custGeom>
              <a:avLst/>
              <a:gdLst/>
              <a:ahLst/>
              <a:cxnLst/>
              <a:rect r="r" b="b" t="t" l="l"/>
              <a:pathLst>
                <a:path h="14439411" w="14503985">
                  <a:moveTo>
                    <a:pt x="7251993" y="73"/>
                  </a:moveTo>
                  <a:cubicBezTo>
                    <a:pt x="4664974" y="-11497"/>
                    <a:pt x="2269506" y="1362022"/>
                    <a:pt x="972645" y="3600537"/>
                  </a:cubicBezTo>
                  <a:cubicBezTo>
                    <a:pt x="-324215" y="5839051"/>
                    <a:pt x="-324215" y="8600360"/>
                    <a:pt x="972645" y="10838875"/>
                  </a:cubicBezTo>
                  <a:cubicBezTo>
                    <a:pt x="2269506" y="13077389"/>
                    <a:pt x="4664974" y="14450908"/>
                    <a:pt x="7251993" y="14439338"/>
                  </a:cubicBezTo>
                  <a:cubicBezTo>
                    <a:pt x="9839011" y="14450908"/>
                    <a:pt x="12234479" y="13077389"/>
                    <a:pt x="13531340" y="10838875"/>
                  </a:cubicBezTo>
                  <a:cubicBezTo>
                    <a:pt x="14828201" y="8600360"/>
                    <a:pt x="14828201" y="5839051"/>
                    <a:pt x="13531340" y="3600537"/>
                  </a:cubicBezTo>
                  <a:cubicBezTo>
                    <a:pt x="12234479" y="1362022"/>
                    <a:pt x="9839011" y="-11497"/>
                    <a:pt x="7251993" y="73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531276" y="561946"/>
              <a:ext cx="13777477" cy="13716137"/>
            </a:xfrm>
            <a:custGeom>
              <a:avLst/>
              <a:gdLst/>
              <a:ahLst/>
              <a:cxnLst/>
              <a:rect r="r" b="b" t="t" l="l"/>
              <a:pathLst>
                <a:path h="13716137" w="13777477">
                  <a:moveTo>
                    <a:pt x="6888739" y="68"/>
                  </a:moveTo>
                  <a:cubicBezTo>
                    <a:pt x="4431305" y="-10922"/>
                    <a:pt x="2155826" y="1293797"/>
                    <a:pt x="923925" y="3420184"/>
                  </a:cubicBezTo>
                  <a:cubicBezTo>
                    <a:pt x="-307975" y="5546571"/>
                    <a:pt x="-307975" y="8169565"/>
                    <a:pt x="923925" y="10295952"/>
                  </a:cubicBezTo>
                  <a:cubicBezTo>
                    <a:pt x="2155826" y="12422339"/>
                    <a:pt x="4431305" y="13727058"/>
                    <a:pt x="6888739" y="13716068"/>
                  </a:cubicBezTo>
                  <a:cubicBezTo>
                    <a:pt x="9346172" y="13727058"/>
                    <a:pt x="11621651" y="12422339"/>
                    <a:pt x="12853552" y="10295952"/>
                  </a:cubicBezTo>
                  <a:cubicBezTo>
                    <a:pt x="14085452" y="8169565"/>
                    <a:pt x="14085452" y="5546571"/>
                    <a:pt x="12853552" y="3420184"/>
                  </a:cubicBezTo>
                  <a:cubicBezTo>
                    <a:pt x="11621651" y="1293797"/>
                    <a:pt x="9346172" y="-10922"/>
                    <a:pt x="6888739" y="68"/>
                  </a:cubicBezTo>
                  <a:close/>
                </a:path>
              </a:pathLst>
            </a:custGeom>
            <a:blipFill>
              <a:blip r:embed="rId14"/>
              <a:stretch>
                <a:fillRect l="223" t="-3175" r="223" b="-30274"/>
              </a:stretch>
            </a:blipFill>
          </p:spPr>
        </p:sp>
      </p:grpSp>
      <p:grpSp>
        <p:nvGrpSpPr>
          <p:cNvPr name="Group 27" id="27"/>
          <p:cNvGrpSpPr>
            <a:grpSpLocks noChangeAspect="true"/>
          </p:cNvGrpSpPr>
          <p:nvPr/>
        </p:nvGrpSpPr>
        <p:grpSpPr>
          <a:xfrm rot="0">
            <a:off x="5562614" y="3431326"/>
            <a:ext cx="3127738" cy="3127738"/>
            <a:chOff x="0" y="0"/>
            <a:chExt cx="14840029" cy="1484002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-33258" y="-75"/>
              <a:ext cx="14906544" cy="14840178"/>
            </a:xfrm>
            <a:custGeom>
              <a:avLst/>
              <a:gdLst/>
              <a:ahLst/>
              <a:cxnLst/>
              <a:rect r="r" b="b" t="t" l="l"/>
              <a:pathLst>
                <a:path h="14840178" w="14906544">
                  <a:moveTo>
                    <a:pt x="7453273" y="75"/>
                  </a:moveTo>
                  <a:cubicBezTo>
                    <a:pt x="4794451" y="-11816"/>
                    <a:pt x="2332496" y="1399825"/>
                    <a:pt x="999642" y="3700470"/>
                  </a:cubicBezTo>
                  <a:cubicBezTo>
                    <a:pt x="-333213" y="6001115"/>
                    <a:pt x="-333213" y="8839064"/>
                    <a:pt x="999642" y="11139709"/>
                  </a:cubicBezTo>
                  <a:cubicBezTo>
                    <a:pt x="2332496" y="13440354"/>
                    <a:pt x="4794451" y="14851995"/>
                    <a:pt x="7453273" y="14840104"/>
                  </a:cubicBezTo>
                  <a:cubicBezTo>
                    <a:pt x="10112093" y="14851995"/>
                    <a:pt x="12574049" y="13440354"/>
                    <a:pt x="13906904" y="11139709"/>
                  </a:cubicBezTo>
                  <a:cubicBezTo>
                    <a:pt x="15239758" y="8839064"/>
                    <a:pt x="15239758" y="6001115"/>
                    <a:pt x="13906904" y="3700470"/>
                  </a:cubicBezTo>
                  <a:cubicBezTo>
                    <a:pt x="12574049" y="1399825"/>
                    <a:pt x="10112093" y="-11816"/>
                    <a:pt x="7453273" y="75"/>
                  </a:cubicBezTo>
                  <a:close/>
                </a:path>
              </a:pathLst>
            </a:custGeom>
            <a:solidFill>
              <a:srgbClr val="94B143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168022" y="200309"/>
              <a:ext cx="14503985" cy="14439411"/>
            </a:xfrm>
            <a:custGeom>
              <a:avLst/>
              <a:gdLst/>
              <a:ahLst/>
              <a:cxnLst/>
              <a:rect r="r" b="b" t="t" l="l"/>
              <a:pathLst>
                <a:path h="14439411" w="14503985">
                  <a:moveTo>
                    <a:pt x="7251993" y="73"/>
                  </a:moveTo>
                  <a:cubicBezTo>
                    <a:pt x="4664974" y="-11497"/>
                    <a:pt x="2269506" y="1362022"/>
                    <a:pt x="972645" y="3600537"/>
                  </a:cubicBezTo>
                  <a:cubicBezTo>
                    <a:pt x="-324215" y="5839051"/>
                    <a:pt x="-324215" y="8600360"/>
                    <a:pt x="972645" y="10838875"/>
                  </a:cubicBezTo>
                  <a:cubicBezTo>
                    <a:pt x="2269506" y="13077389"/>
                    <a:pt x="4664974" y="14450908"/>
                    <a:pt x="7251993" y="14439338"/>
                  </a:cubicBezTo>
                  <a:cubicBezTo>
                    <a:pt x="9839011" y="14450908"/>
                    <a:pt x="12234479" y="13077389"/>
                    <a:pt x="13531340" y="10838875"/>
                  </a:cubicBezTo>
                  <a:cubicBezTo>
                    <a:pt x="14828201" y="8600360"/>
                    <a:pt x="14828201" y="5839051"/>
                    <a:pt x="13531340" y="3600537"/>
                  </a:cubicBezTo>
                  <a:cubicBezTo>
                    <a:pt x="12234479" y="1362022"/>
                    <a:pt x="9839011" y="-11497"/>
                    <a:pt x="7251993" y="73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531276" y="561946"/>
              <a:ext cx="13777477" cy="13716137"/>
            </a:xfrm>
            <a:custGeom>
              <a:avLst/>
              <a:gdLst/>
              <a:ahLst/>
              <a:cxnLst/>
              <a:rect r="r" b="b" t="t" l="l"/>
              <a:pathLst>
                <a:path h="13716137" w="13777477">
                  <a:moveTo>
                    <a:pt x="6888739" y="68"/>
                  </a:moveTo>
                  <a:cubicBezTo>
                    <a:pt x="4431305" y="-10922"/>
                    <a:pt x="2155826" y="1293797"/>
                    <a:pt x="923925" y="3420184"/>
                  </a:cubicBezTo>
                  <a:cubicBezTo>
                    <a:pt x="-307975" y="5546571"/>
                    <a:pt x="-307975" y="8169565"/>
                    <a:pt x="923925" y="10295952"/>
                  </a:cubicBezTo>
                  <a:cubicBezTo>
                    <a:pt x="2155826" y="12422339"/>
                    <a:pt x="4431305" y="13727058"/>
                    <a:pt x="6888739" y="13716068"/>
                  </a:cubicBezTo>
                  <a:cubicBezTo>
                    <a:pt x="9346172" y="13727058"/>
                    <a:pt x="11621651" y="12422339"/>
                    <a:pt x="12853552" y="10295952"/>
                  </a:cubicBezTo>
                  <a:cubicBezTo>
                    <a:pt x="14085452" y="8169565"/>
                    <a:pt x="14085452" y="5546571"/>
                    <a:pt x="12853552" y="3420184"/>
                  </a:cubicBezTo>
                  <a:cubicBezTo>
                    <a:pt x="11621651" y="1293797"/>
                    <a:pt x="9346172" y="-10922"/>
                    <a:pt x="6888739" y="68"/>
                  </a:cubicBezTo>
                  <a:close/>
                </a:path>
              </a:pathLst>
            </a:custGeom>
            <a:blipFill>
              <a:blip r:embed="rId15"/>
              <a:stretch>
                <a:fillRect l="223" t="-4789" r="223" b="-28704"/>
              </a:stretch>
            </a:blipFill>
          </p:spPr>
        </p:sp>
      </p:grpSp>
      <p:grpSp>
        <p:nvGrpSpPr>
          <p:cNvPr name="Group 31" id="31"/>
          <p:cNvGrpSpPr>
            <a:grpSpLocks noChangeAspect="true"/>
          </p:cNvGrpSpPr>
          <p:nvPr/>
        </p:nvGrpSpPr>
        <p:grpSpPr>
          <a:xfrm rot="0">
            <a:off x="9597648" y="3431326"/>
            <a:ext cx="3127738" cy="3127738"/>
            <a:chOff x="0" y="0"/>
            <a:chExt cx="14840029" cy="1484002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-33258" y="-75"/>
              <a:ext cx="14906544" cy="14840178"/>
            </a:xfrm>
            <a:custGeom>
              <a:avLst/>
              <a:gdLst/>
              <a:ahLst/>
              <a:cxnLst/>
              <a:rect r="r" b="b" t="t" l="l"/>
              <a:pathLst>
                <a:path h="14840178" w="14906544">
                  <a:moveTo>
                    <a:pt x="7453273" y="75"/>
                  </a:moveTo>
                  <a:cubicBezTo>
                    <a:pt x="4794451" y="-11816"/>
                    <a:pt x="2332496" y="1399825"/>
                    <a:pt x="999642" y="3700470"/>
                  </a:cubicBezTo>
                  <a:cubicBezTo>
                    <a:pt x="-333213" y="6001115"/>
                    <a:pt x="-333213" y="8839064"/>
                    <a:pt x="999642" y="11139709"/>
                  </a:cubicBezTo>
                  <a:cubicBezTo>
                    <a:pt x="2332496" y="13440354"/>
                    <a:pt x="4794451" y="14851995"/>
                    <a:pt x="7453273" y="14840104"/>
                  </a:cubicBezTo>
                  <a:cubicBezTo>
                    <a:pt x="10112093" y="14851995"/>
                    <a:pt x="12574049" y="13440354"/>
                    <a:pt x="13906904" y="11139709"/>
                  </a:cubicBezTo>
                  <a:cubicBezTo>
                    <a:pt x="15239758" y="8839064"/>
                    <a:pt x="15239758" y="6001115"/>
                    <a:pt x="13906904" y="3700470"/>
                  </a:cubicBezTo>
                  <a:cubicBezTo>
                    <a:pt x="12574049" y="1399825"/>
                    <a:pt x="10112093" y="-11816"/>
                    <a:pt x="7453273" y="75"/>
                  </a:cubicBezTo>
                  <a:close/>
                </a:path>
              </a:pathLst>
            </a:custGeom>
            <a:solidFill>
              <a:srgbClr val="94B143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168022" y="200309"/>
              <a:ext cx="14503985" cy="14439411"/>
            </a:xfrm>
            <a:custGeom>
              <a:avLst/>
              <a:gdLst/>
              <a:ahLst/>
              <a:cxnLst/>
              <a:rect r="r" b="b" t="t" l="l"/>
              <a:pathLst>
                <a:path h="14439411" w="14503985">
                  <a:moveTo>
                    <a:pt x="7251993" y="73"/>
                  </a:moveTo>
                  <a:cubicBezTo>
                    <a:pt x="4664974" y="-11497"/>
                    <a:pt x="2269506" y="1362022"/>
                    <a:pt x="972645" y="3600537"/>
                  </a:cubicBezTo>
                  <a:cubicBezTo>
                    <a:pt x="-324215" y="5839051"/>
                    <a:pt x="-324215" y="8600360"/>
                    <a:pt x="972645" y="10838875"/>
                  </a:cubicBezTo>
                  <a:cubicBezTo>
                    <a:pt x="2269506" y="13077389"/>
                    <a:pt x="4664974" y="14450908"/>
                    <a:pt x="7251993" y="14439338"/>
                  </a:cubicBezTo>
                  <a:cubicBezTo>
                    <a:pt x="9839011" y="14450908"/>
                    <a:pt x="12234479" y="13077389"/>
                    <a:pt x="13531340" y="10838875"/>
                  </a:cubicBezTo>
                  <a:cubicBezTo>
                    <a:pt x="14828201" y="8600360"/>
                    <a:pt x="14828201" y="5839051"/>
                    <a:pt x="13531340" y="3600537"/>
                  </a:cubicBezTo>
                  <a:cubicBezTo>
                    <a:pt x="12234479" y="1362022"/>
                    <a:pt x="9839011" y="-11497"/>
                    <a:pt x="7251993" y="73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531276" y="561946"/>
              <a:ext cx="13777477" cy="13716137"/>
            </a:xfrm>
            <a:custGeom>
              <a:avLst/>
              <a:gdLst/>
              <a:ahLst/>
              <a:cxnLst/>
              <a:rect r="r" b="b" t="t" l="l"/>
              <a:pathLst>
                <a:path h="13716137" w="13777477">
                  <a:moveTo>
                    <a:pt x="6888739" y="68"/>
                  </a:moveTo>
                  <a:cubicBezTo>
                    <a:pt x="4431305" y="-10922"/>
                    <a:pt x="2155826" y="1293797"/>
                    <a:pt x="923925" y="3420184"/>
                  </a:cubicBezTo>
                  <a:cubicBezTo>
                    <a:pt x="-307975" y="5546571"/>
                    <a:pt x="-307975" y="8169565"/>
                    <a:pt x="923925" y="10295952"/>
                  </a:cubicBezTo>
                  <a:cubicBezTo>
                    <a:pt x="2155826" y="12422339"/>
                    <a:pt x="4431305" y="13727058"/>
                    <a:pt x="6888739" y="13716068"/>
                  </a:cubicBezTo>
                  <a:cubicBezTo>
                    <a:pt x="9346172" y="13727058"/>
                    <a:pt x="11621651" y="12422339"/>
                    <a:pt x="12853552" y="10295952"/>
                  </a:cubicBezTo>
                  <a:cubicBezTo>
                    <a:pt x="14085452" y="8169565"/>
                    <a:pt x="14085452" y="5546571"/>
                    <a:pt x="12853552" y="3420184"/>
                  </a:cubicBezTo>
                  <a:cubicBezTo>
                    <a:pt x="11621651" y="1293797"/>
                    <a:pt x="9346172" y="-10922"/>
                    <a:pt x="6888739" y="68"/>
                  </a:cubicBezTo>
                  <a:close/>
                </a:path>
              </a:pathLst>
            </a:custGeom>
            <a:blipFill>
              <a:blip r:embed="rId16"/>
              <a:stretch>
                <a:fillRect l="223" t="0" r="223" b="0"/>
              </a:stretch>
            </a:blipFill>
          </p:spPr>
        </p:sp>
      </p:grpSp>
      <p:grpSp>
        <p:nvGrpSpPr>
          <p:cNvPr name="Group 35" id="35"/>
          <p:cNvGrpSpPr>
            <a:grpSpLocks noChangeAspect="true"/>
          </p:cNvGrpSpPr>
          <p:nvPr/>
        </p:nvGrpSpPr>
        <p:grpSpPr>
          <a:xfrm rot="0">
            <a:off x="13632683" y="3431326"/>
            <a:ext cx="3127738" cy="3127738"/>
            <a:chOff x="0" y="0"/>
            <a:chExt cx="14840029" cy="1484002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-33258" y="-75"/>
              <a:ext cx="14906544" cy="14840178"/>
            </a:xfrm>
            <a:custGeom>
              <a:avLst/>
              <a:gdLst/>
              <a:ahLst/>
              <a:cxnLst/>
              <a:rect r="r" b="b" t="t" l="l"/>
              <a:pathLst>
                <a:path h="14840178" w="14906544">
                  <a:moveTo>
                    <a:pt x="7453273" y="75"/>
                  </a:moveTo>
                  <a:cubicBezTo>
                    <a:pt x="4794451" y="-11816"/>
                    <a:pt x="2332496" y="1399825"/>
                    <a:pt x="999642" y="3700470"/>
                  </a:cubicBezTo>
                  <a:cubicBezTo>
                    <a:pt x="-333213" y="6001115"/>
                    <a:pt x="-333213" y="8839064"/>
                    <a:pt x="999642" y="11139709"/>
                  </a:cubicBezTo>
                  <a:cubicBezTo>
                    <a:pt x="2332496" y="13440354"/>
                    <a:pt x="4794451" y="14851995"/>
                    <a:pt x="7453273" y="14840104"/>
                  </a:cubicBezTo>
                  <a:cubicBezTo>
                    <a:pt x="10112093" y="14851995"/>
                    <a:pt x="12574049" y="13440354"/>
                    <a:pt x="13906904" y="11139709"/>
                  </a:cubicBezTo>
                  <a:cubicBezTo>
                    <a:pt x="15239758" y="8839064"/>
                    <a:pt x="15239758" y="6001115"/>
                    <a:pt x="13906904" y="3700470"/>
                  </a:cubicBezTo>
                  <a:cubicBezTo>
                    <a:pt x="12574049" y="1399825"/>
                    <a:pt x="10112093" y="-11816"/>
                    <a:pt x="7453273" y="75"/>
                  </a:cubicBezTo>
                  <a:close/>
                </a:path>
              </a:pathLst>
            </a:custGeom>
            <a:solidFill>
              <a:srgbClr val="94B143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168022" y="200309"/>
              <a:ext cx="14503985" cy="14439411"/>
            </a:xfrm>
            <a:custGeom>
              <a:avLst/>
              <a:gdLst/>
              <a:ahLst/>
              <a:cxnLst/>
              <a:rect r="r" b="b" t="t" l="l"/>
              <a:pathLst>
                <a:path h="14439411" w="14503985">
                  <a:moveTo>
                    <a:pt x="7251993" y="73"/>
                  </a:moveTo>
                  <a:cubicBezTo>
                    <a:pt x="4664974" y="-11497"/>
                    <a:pt x="2269506" y="1362022"/>
                    <a:pt x="972645" y="3600537"/>
                  </a:cubicBezTo>
                  <a:cubicBezTo>
                    <a:pt x="-324215" y="5839051"/>
                    <a:pt x="-324215" y="8600360"/>
                    <a:pt x="972645" y="10838875"/>
                  </a:cubicBezTo>
                  <a:cubicBezTo>
                    <a:pt x="2269506" y="13077389"/>
                    <a:pt x="4664974" y="14450908"/>
                    <a:pt x="7251993" y="14439338"/>
                  </a:cubicBezTo>
                  <a:cubicBezTo>
                    <a:pt x="9839011" y="14450908"/>
                    <a:pt x="12234479" y="13077389"/>
                    <a:pt x="13531340" y="10838875"/>
                  </a:cubicBezTo>
                  <a:cubicBezTo>
                    <a:pt x="14828201" y="8600360"/>
                    <a:pt x="14828201" y="5839051"/>
                    <a:pt x="13531340" y="3600537"/>
                  </a:cubicBezTo>
                  <a:cubicBezTo>
                    <a:pt x="12234479" y="1362022"/>
                    <a:pt x="9839011" y="-11497"/>
                    <a:pt x="7251993" y="73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531276" y="561946"/>
              <a:ext cx="13777477" cy="13716137"/>
            </a:xfrm>
            <a:custGeom>
              <a:avLst/>
              <a:gdLst/>
              <a:ahLst/>
              <a:cxnLst/>
              <a:rect r="r" b="b" t="t" l="l"/>
              <a:pathLst>
                <a:path h="13716137" w="13777477">
                  <a:moveTo>
                    <a:pt x="6888739" y="68"/>
                  </a:moveTo>
                  <a:cubicBezTo>
                    <a:pt x="4431305" y="-10922"/>
                    <a:pt x="2155826" y="1293797"/>
                    <a:pt x="923925" y="3420184"/>
                  </a:cubicBezTo>
                  <a:cubicBezTo>
                    <a:pt x="-307975" y="5546571"/>
                    <a:pt x="-307975" y="8169565"/>
                    <a:pt x="923925" y="10295952"/>
                  </a:cubicBezTo>
                  <a:cubicBezTo>
                    <a:pt x="2155826" y="12422339"/>
                    <a:pt x="4431305" y="13727058"/>
                    <a:pt x="6888739" y="13716068"/>
                  </a:cubicBezTo>
                  <a:cubicBezTo>
                    <a:pt x="9346172" y="13727058"/>
                    <a:pt x="11621651" y="12422339"/>
                    <a:pt x="12853552" y="10295952"/>
                  </a:cubicBezTo>
                  <a:cubicBezTo>
                    <a:pt x="14085452" y="8169565"/>
                    <a:pt x="14085452" y="5546571"/>
                    <a:pt x="12853552" y="3420184"/>
                  </a:cubicBezTo>
                  <a:cubicBezTo>
                    <a:pt x="11621651" y="1293797"/>
                    <a:pt x="9346172" y="-10922"/>
                    <a:pt x="6888739" y="68"/>
                  </a:cubicBezTo>
                  <a:close/>
                </a:path>
              </a:pathLst>
            </a:custGeom>
            <a:blipFill>
              <a:blip r:embed="rId17"/>
              <a:stretch>
                <a:fillRect l="-88198" t="-4096" r="-88198" b="-4096"/>
              </a:stretch>
            </a:blipFill>
          </p:spPr>
        </p:sp>
      </p:grpSp>
      <p:sp>
        <p:nvSpPr>
          <p:cNvPr name="Freeform 39" id="39"/>
          <p:cNvSpPr/>
          <p:nvPr/>
        </p:nvSpPr>
        <p:spPr>
          <a:xfrm flipH="false" flipV="false" rot="0">
            <a:off x="204041" y="118856"/>
            <a:ext cx="2225643" cy="756719"/>
          </a:xfrm>
          <a:custGeom>
            <a:avLst/>
            <a:gdLst/>
            <a:ahLst/>
            <a:cxnLst/>
            <a:rect r="r" b="b" t="t" l="l"/>
            <a:pathLst>
              <a:path h="756719" w="2225643">
                <a:moveTo>
                  <a:pt x="0" y="0"/>
                </a:moveTo>
                <a:lnTo>
                  <a:pt x="2225643" y="0"/>
                </a:lnTo>
                <a:lnTo>
                  <a:pt x="2225643" y="756719"/>
                </a:lnTo>
                <a:lnTo>
                  <a:pt x="0" y="75671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3519422" y="1805581"/>
            <a:ext cx="11422113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true">
                <a:solidFill>
                  <a:srgbClr val="000000"/>
                </a:solidFill>
                <a:latin typeface="Bogart Bold"/>
                <a:ea typeface="Bogart Bold"/>
                <a:cs typeface="Bogart Bold"/>
                <a:sym typeface="Bogart Bold"/>
              </a:rPr>
              <a:t>GIỚI THIỆU THÀNH VIÊN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17154" y="6701939"/>
            <a:ext cx="5948588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</a:t>
            </a: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ÙI HẢI ANH</a:t>
            </a:r>
          </a:p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TH05764 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4152189" y="6701939"/>
            <a:ext cx="5948588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Lê Minh Hiếu</a:t>
            </a:r>
          </a:p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TH05305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8187223" y="6701939"/>
            <a:ext cx="5948588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Đỗ Việt</a:t>
            </a:r>
          </a:p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TH05598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2222258" y="6701939"/>
            <a:ext cx="5948588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Đinh Doãn Hưng</a:t>
            </a:r>
          </a:p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TH04523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460957" cy="11315700"/>
            <a:chOff x="0" y="0"/>
            <a:chExt cx="24614610" cy="15087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4782052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564105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4346157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12821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4782052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564105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4346157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912821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4782052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9564105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4346157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912821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9867819" y="1795343"/>
            <a:ext cx="6655096" cy="7256931"/>
            <a:chOff x="0" y="0"/>
            <a:chExt cx="901327" cy="98283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01327" cy="982836"/>
            </a:xfrm>
            <a:custGeom>
              <a:avLst/>
              <a:gdLst/>
              <a:ahLst/>
              <a:cxnLst/>
              <a:rect r="r" b="b" t="t" l="l"/>
              <a:pathLst>
                <a:path h="982836" w="901327">
                  <a:moveTo>
                    <a:pt x="29083" y="0"/>
                  </a:moveTo>
                  <a:lnTo>
                    <a:pt x="872245" y="0"/>
                  </a:lnTo>
                  <a:cubicBezTo>
                    <a:pt x="888307" y="0"/>
                    <a:pt x="901327" y="13021"/>
                    <a:pt x="901327" y="29083"/>
                  </a:cubicBezTo>
                  <a:lnTo>
                    <a:pt x="901327" y="953754"/>
                  </a:lnTo>
                  <a:cubicBezTo>
                    <a:pt x="901327" y="969816"/>
                    <a:pt x="888307" y="982836"/>
                    <a:pt x="872245" y="982836"/>
                  </a:cubicBezTo>
                  <a:lnTo>
                    <a:pt x="29083" y="982836"/>
                  </a:lnTo>
                  <a:cubicBezTo>
                    <a:pt x="13021" y="982836"/>
                    <a:pt x="0" y="969816"/>
                    <a:pt x="0" y="953754"/>
                  </a:cubicBezTo>
                  <a:lnTo>
                    <a:pt x="0" y="29083"/>
                  </a:lnTo>
                  <a:cubicBezTo>
                    <a:pt x="0" y="13021"/>
                    <a:pt x="13021" y="0"/>
                    <a:pt x="29083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22127" r="0" b="0"/>
              </a:stretch>
            </a:blipFill>
            <a:ln cap="rnd">
              <a:noFill/>
              <a:prstDash val="solid"/>
              <a:round/>
            </a:ln>
          </p:spPr>
        </p:sp>
      </p:grpSp>
      <p:sp>
        <p:nvSpPr>
          <p:cNvPr name="Freeform 20" id="20"/>
          <p:cNvSpPr/>
          <p:nvPr/>
        </p:nvSpPr>
        <p:spPr>
          <a:xfrm flipH="true" flipV="false" rot="0">
            <a:off x="12722056" y="0"/>
            <a:ext cx="5565944" cy="4114800"/>
          </a:xfrm>
          <a:custGeom>
            <a:avLst/>
            <a:gdLst/>
            <a:ahLst/>
            <a:cxnLst/>
            <a:rect r="r" b="b" t="t" l="l"/>
            <a:pathLst>
              <a:path h="4114800" w="5565944">
                <a:moveTo>
                  <a:pt x="5565944" y="0"/>
                </a:moveTo>
                <a:lnTo>
                  <a:pt x="0" y="0"/>
                </a:lnTo>
                <a:lnTo>
                  <a:pt x="0" y="4114800"/>
                </a:lnTo>
                <a:lnTo>
                  <a:pt x="5565944" y="4114800"/>
                </a:lnTo>
                <a:lnTo>
                  <a:pt x="556594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true" flipV="true" rot="-7860182">
            <a:off x="-1800159" y="7706379"/>
            <a:ext cx="9275621" cy="6345009"/>
          </a:xfrm>
          <a:custGeom>
            <a:avLst/>
            <a:gdLst/>
            <a:ahLst/>
            <a:cxnLst/>
            <a:rect r="r" b="b" t="t" l="l"/>
            <a:pathLst>
              <a:path h="6345009" w="9275621">
                <a:moveTo>
                  <a:pt x="9275621" y="6345008"/>
                </a:moveTo>
                <a:lnTo>
                  <a:pt x="0" y="6345008"/>
                </a:lnTo>
                <a:lnTo>
                  <a:pt x="0" y="0"/>
                </a:lnTo>
                <a:lnTo>
                  <a:pt x="9275621" y="0"/>
                </a:lnTo>
                <a:lnTo>
                  <a:pt x="9275621" y="6345008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true" flipV="false" rot="6398702">
            <a:off x="8063745" y="8428657"/>
            <a:ext cx="421958" cy="686618"/>
          </a:xfrm>
          <a:custGeom>
            <a:avLst/>
            <a:gdLst/>
            <a:ahLst/>
            <a:cxnLst/>
            <a:rect r="r" b="b" t="t" l="l"/>
            <a:pathLst>
              <a:path h="686618" w="421958">
                <a:moveTo>
                  <a:pt x="421958" y="0"/>
                </a:moveTo>
                <a:lnTo>
                  <a:pt x="0" y="0"/>
                </a:lnTo>
                <a:lnTo>
                  <a:pt x="0" y="686618"/>
                </a:lnTo>
                <a:lnTo>
                  <a:pt x="421958" y="686618"/>
                </a:lnTo>
                <a:lnTo>
                  <a:pt x="42195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2464212">
            <a:off x="17020870" y="6039831"/>
            <a:ext cx="476860" cy="880111"/>
          </a:xfrm>
          <a:custGeom>
            <a:avLst/>
            <a:gdLst/>
            <a:ahLst/>
            <a:cxnLst/>
            <a:rect r="r" b="b" t="t" l="l"/>
            <a:pathLst>
              <a:path h="880111" w="476860">
                <a:moveTo>
                  <a:pt x="0" y="0"/>
                </a:moveTo>
                <a:lnTo>
                  <a:pt x="476860" y="0"/>
                </a:lnTo>
                <a:lnTo>
                  <a:pt x="476860" y="880111"/>
                </a:lnTo>
                <a:lnTo>
                  <a:pt x="0" y="88011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5770984">
            <a:off x="7745656" y="-3769"/>
            <a:ext cx="1495301" cy="2064939"/>
          </a:xfrm>
          <a:custGeom>
            <a:avLst/>
            <a:gdLst/>
            <a:ahLst/>
            <a:cxnLst/>
            <a:rect r="r" b="b" t="t" l="l"/>
            <a:pathLst>
              <a:path h="2064939" w="1495301">
                <a:moveTo>
                  <a:pt x="0" y="0"/>
                </a:moveTo>
                <a:lnTo>
                  <a:pt x="1495301" y="0"/>
                </a:lnTo>
                <a:lnTo>
                  <a:pt x="1495301" y="2064938"/>
                </a:lnTo>
                <a:lnTo>
                  <a:pt x="0" y="206493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386532" y="1413707"/>
            <a:ext cx="7925596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true">
                <a:solidFill>
                  <a:srgbClr val="000000"/>
                </a:solidFill>
                <a:latin typeface="Bogart Bold"/>
                <a:ea typeface="Bogart Bold"/>
                <a:cs typeface="Bogart Bold"/>
                <a:sym typeface="Bogart Bold"/>
              </a:rPr>
              <a:t>NỘI DUNG CHÍNH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845783" y="2627529"/>
            <a:ext cx="4856937" cy="728279"/>
            <a:chOff x="0" y="0"/>
            <a:chExt cx="1279193" cy="19181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79193" cy="191810"/>
            </a:xfrm>
            <a:custGeom>
              <a:avLst/>
              <a:gdLst/>
              <a:ahLst/>
              <a:cxnLst/>
              <a:rect r="r" b="b" t="t" l="l"/>
              <a:pathLst>
                <a:path h="191810" w="1279193">
                  <a:moveTo>
                    <a:pt x="81294" y="0"/>
                  </a:moveTo>
                  <a:lnTo>
                    <a:pt x="1197900" y="0"/>
                  </a:lnTo>
                  <a:cubicBezTo>
                    <a:pt x="1242797" y="0"/>
                    <a:pt x="1279193" y="36396"/>
                    <a:pt x="1279193" y="81294"/>
                  </a:cubicBezTo>
                  <a:lnTo>
                    <a:pt x="1279193" y="110517"/>
                  </a:lnTo>
                  <a:cubicBezTo>
                    <a:pt x="1279193" y="155414"/>
                    <a:pt x="1242797" y="191810"/>
                    <a:pt x="1197900" y="191810"/>
                  </a:cubicBezTo>
                  <a:lnTo>
                    <a:pt x="81294" y="191810"/>
                  </a:lnTo>
                  <a:cubicBezTo>
                    <a:pt x="36396" y="191810"/>
                    <a:pt x="0" y="155414"/>
                    <a:pt x="0" y="110517"/>
                  </a:cubicBezTo>
                  <a:lnTo>
                    <a:pt x="0" y="81294"/>
                  </a:lnTo>
                  <a:cubicBezTo>
                    <a:pt x="0" y="36396"/>
                    <a:pt x="36396" y="0"/>
                    <a:pt x="81294" y="0"/>
                  </a:cubicBezTo>
                  <a:close/>
                </a:path>
              </a:pathLst>
            </a:custGeom>
            <a:solidFill>
              <a:srgbClr val="DEE7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66675"/>
              <a:ext cx="1279193" cy="2584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3499"/>
                </a:lnSpc>
              </a:pPr>
              <a:r>
                <a:rPr lang="en-US" sz="2499" b="true">
                  <a:solidFill>
                    <a:srgbClr val="0B0A0A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  1. GIỚI THIỆU ĐỀ TÀI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845783" y="3904606"/>
            <a:ext cx="4856937" cy="728279"/>
            <a:chOff x="0" y="0"/>
            <a:chExt cx="1279193" cy="19181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279193" cy="191810"/>
            </a:xfrm>
            <a:custGeom>
              <a:avLst/>
              <a:gdLst/>
              <a:ahLst/>
              <a:cxnLst/>
              <a:rect r="r" b="b" t="t" l="l"/>
              <a:pathLst>
                <a:path h="191810" w="1279193">
                  <a:moveTo>
                    <a:pt x="81294" y="0"/>
                  </a:moveTo>
                  <a:lnTo>
                    <a:pt x="1197900" y="0"/>
                  </a:lnTo>
                  <a:cubicBezTo>
                    <a:pt x="1242797" y="0"/>
                    <a:pt x="1279193" y="36396"/>
                    <a:pt x="1279193" y="81294"/>
                  </a:cubicBezTo>
                  <a:lnTo>
                    <a:pt x="1279193" y="110517"/>
                  </a:lnTo>
                  <a:cubicBezTo>
                    <a:pt x="1279193" y="155414"/>
                    <a:pt x="1242797" y="191810"/>
                    <a:pt x="1197900" y="191810"/>
                  </a:cubicBezTo>
                  <a:lnTo>
                    <a:pt x="81294" y="191810"/>
                  </a:lnTo>
                  <a:cubicBezTo>
                    <a:pt x="36396" y="191810"/>
                    <a:pt x="0" y="155414"/>
                    <a:pt x="0" y="110517"/>
                  </a:cubicBezTo>
                  <a:lnTo>
                    <a:pt x="0" y="81294"/>
                  </a:lnTo>
                  <a:cubicBezTo>
                    <a:pt x="0" y="36396"/>
                    <a:pt x="36396" y="0"/>
                    <a:pt x="81294" y="0"/>
                  </a:cubicBezTo>
                  <a:close/>
                </a:path>
              </a:pathLst>
            </a:custGeom>
            <a:solidFill>
              <a:srgbClr val="DEE7FF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66675"/>
              <a:ext cx="1279193" cy="2584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3499"/>
                </a:lnSpc>
              </a:pPr>
              <a:r>
                <a:rPr lang="en-US" sz="2499" b="true">
                  <a:solidFill>
                    <a:srgbClr val="0B0A0A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  2. VẤN ĐỀ GẶP PHẢI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845783" y="5185335"/>
            <a:ext cx="4856937" cy="724695"/>
            <a:chOff x="0" y="0"/>
            <a:chExt cx="1279193" cy="19086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279193" cy="190866"/>
            </a:xfrm>
            <a:custGeom>
              <a:avLst/>
              <a:gdLst/>
              <a:ahLst/>
              <a:cxnLst/>
              <a:rect r="r" b="b" t="t" l="l"/>
              <a:pathLst>
                <a:path h="190866" w="1279193">
                  <a:moveTo>
                    <a:pt x="81294" y="0"/>
                  </a:moveTo>
                  <a:lnTo>
                    <a:pt x="1197900" y="0"/>
                  </a:lnTo>
                  <a:cubicBezTo>
                    <a:pt x="1242797" y="0"/>
                    <a:pt x="1279193" y="36396"/>
                    <a:pt x="1279193" y="81294"/>
                  </a:cubicBezTo>
                  <a:lnTo>
                    <a:pt x="1279193" y="109573"/>
                  </a:lnTo>
                  <a:cubicBezTo>
                    <a:pt x="1279193" y="154470"/>
                    <a:pt x="1242797" y="190866"/>
                    <a:pt x="1197900" y="190866"/>
                  </a:cubicBezTo>
                  <a:lnTo>
                    <a:pt x="81294" y="190866"/>
                  </a:lnTo>
                  <a:cubicBezTo>
                    <a:pt x="36396" y="190866"/>
                    <a:pt x="0" y="154470"/>
                    <a:pt x="0" y="109573"/>
                  </a:cubicBezTo>
                  <a:lnTo>
                    <a:pt x="0" y="81294"/>
                  </a:lnTo>
                  <a:cubicBezTo>
                    <a:pt x="0" y="36396"/>
                    <a:pt x="36396" y="0"/>
                    <a:pt x="81294" y="0"/>
                  </a:cubicBezTo>
                  <a:close/>
                </a:path>
              </a:pathLst>
            </a:custGeom>
            <a:solidFill>
              <a:srgbClr val="DEE7FF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66675"/>
              <a:ext cx="1279193" cy="2575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3499"/>
                </a:lnSpc>
              </a:pPr>
              <a:r>
                <a:rPr lang="en-US" sz="2499" b="true">
                  <a:solidFill>
                    <a:srgbClr val="0B0A0A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  3. GIẢI PHÁP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845783" y="6462480"/>
            <a:ext cx="4856937" cy="728279"/>
            <a:chOff x="0" y="0"/>
            <a:chExt cx="1279193" cy="19181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279193" cy="191810"/>
            </a:xfrm>
            <a:custGeom>
              <a:avLst/>
              <a:gdLst/>
              <a:ahLst/>
              <a:cxnLst/>
              <a:rect r="r" b="b" t="t" l="l"/>
              <a:pathLst>
                <a:path h="191810" w="1279193">
                  <a:moveTo>
                    <a:pt x="81294" y="0"/>
                  </a:moveTo>
                  <a:lnTo>
                    <a:pt x="1197900" y="0"/>
                  </a:lnTo>
                  <a:cubicBezTo>
                    <a:pt x="1242797" y="0"/>
                    <a:pt x="1279193" y="36396"/>
                    <a:pt x="1279193" y="81294"/>
                  </a:cubicBezTo>
                  <a:lnTo>
                    <a:pt x="1279193" y="110517"/>
                  </a:lnTo>
                  <a:cubicBezTo>
                    <a:pt x="1279193" y="155414"/>
                    <a:pt x="1242797" y="191810"/>
                    <a:pt x="1197900" y="191810"/>
                  </a:cubicBezTo>
                  <a:lnTo>
                    <a:pt x="81294" y="191810"/>
                  </a:lnTo>
                  <a:cubicBezTo>
                    <a:pt x="36396" y="191810"/>
                    <a:pt x="0" y="155414"/>
                    <a:pt x="0" y="110517"/>
                  </a:cubicBezTo>
                  <a:lnTo>
                    <a:pt x="0" y="81294"/>
                  </a:lnTo>
                  <a:cubicBezTo>
                    <a:pt x="0" y="36396"/>
                    <a:pt x="36396" y="0"/>
                    <a:pt x="81294" y="0"/>
                  </a:cubicBezTo>
                  <a:close/>
                </a:path>
              </a:pathLst>
            </a:custGeom>
            <a:solidFill>
              <a:srgbClr val="DEE7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66675"/>
              <a:ext cx="1279193" cy="2584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3499"/>
                </a:lnSpc>
              </a:pPr>
              <a:r>
                <a:rPr lang="en-US" sz="2499" b="true">
                  <a:solidFill>
                    <a:srgbClr val="0B0A0A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  4. PHẠM VI ĐỀ TÀI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845783" y="7743210"/>
            <a:ext cx="4856937" cy="728279"/>
            <a:chOff x="0" y="0"/>
            <a:chExt cx="1279193" cy="19181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279193" cy="191810"/>
            </a:xfrm>
            <a:custGeom>
              <a:avLst/>
              <a:gdLst/>
              <a:ahLst/>
              <a:cxnLst/>
              <a:rect r="r" b="b" t="t" l="l"/>
              <a:pathLst>
                <a:path h="191810" w="1279193">
                  <a:moveTo>
                    <a:pt x="81294" y="0"/>
                  </a:moveTo>
                  <a:lnTo>
                    <a:pt x="1197900" y="0"/>
                  </a:lnTo>
                  <a:cubicBezTo>
                    <a:pt x="1242797" y="0"/>
                    <a:pt x="1279193" y="36396"/>
                    <a:pt x="1279193" y="81294"/>
                  </a:cubicBezTo>
                  <a:lnTo>
                    <a:pt x="1279193" y="110517"/>
                  </a:lnTo>
                  <a:cubicBezTo>
                    <a:pt x="1279193" y="155414"/>
                    <a:pt x="1242797" y="191810"/>
                    <a:pt x="1197900" y="191810"/>
                  </a:cubicBezTo>
                  <a:lnTo>
                    <a:pt x="81294" y="191810"/>
                  </a:lnTo>
                  <a:cubicBezTo>
                    <a:pt x="36396" y="191810"/>
                    <a:pt x="0" y="155414"/>
                    <a:pt x="0" y="110517"/>
                  </a:cubicBezTo>
                  <a:lnTo>
                    <a:pt x="0" y="81294"/>
                  </a:lnTo>
                  <a:cubicBezTo>
                    <a:pt x="0" y="36396"/>
                    <a:pt x="36396" y="0"/>
                    <a:pt x="81294" y="0"/>
                  </a:cubicBezTo>
                  <a:close/>
                </a:path>
              </a:pathLst>
            </a:custGeom>
            <a:solidFill>
              <a:srgbClr val="DEE7FF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66675"/>
              <a:ext cx="1279193" cy="2584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3499"/>
                </a:lnSpc>
              </a:pPr>
              <a:r>
                <a:rPr lang="en-US" sz="2499" b="true">
                  <a:solidFill>
                    <a:srgbClr val="0B0A0A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  5. SƠ ĐỒ CHỨC NĂNG</a:t>
              </a:r>
            </a:p>
          </p:txBody>
        </p:sp>
      </p:grpSp>
      <p:sp>
        <p:nvSpPr>
          <p:cNvPr name="Freeform 41" id="41"/>
          <p:cNvSpPr/>
          <p:nvPr/>
        </p:nvSpPr>
        <p:spPr>
          <a:xfrm flipH="false" flipV="false" rot="0">
            <a:off x="204041" y="118856"/>
            <a:ext cx="2225643" cy="756719"/>
          </a:xfrm>
          <a:custGeom>
            <a:avLst/>
            <a:gdLst/>
            <a:ahLst/>
            <a:cxnLst/>
            <a:rect r="r" b="b" t="t" l="l"/>
            <a:pathLst>
              <a:path h="756719" w="2225643">
                <a:moveTo>
                  <a:pt x="0" y="0"/>
                </a:moveTo>
                <a:lnTo>
                  <a:pt x="2225643" y="0"/>
                </a:lnTo>
                <a:lnTo>
                  <a:pt x="2225643" y="756719"/>
                </a:lnTo>
                <a:lnTo>
                  <a:pt x="0" y="75671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460957" cy="11315700"/>
            <a:chOff x="0" y="0"/>
            <a:chExt cx="24614610" cy="15087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4782052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564105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4346157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12821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4782052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564105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4346157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912821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4782052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9564105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4346157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912821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false" flipV="false" rot="-5507698">
            <a:off x="9165505" y="1511200"/>
            <a:ext cx="11510683" cy="12245407"/>
          </a:xfrm>
          <a:custGeom>
            <a:avLst/>
            <a:gdLst/>
            <a:ahLst/>
            <a:cxnLst/>
            <a:rect r="r" b="b" t="t" l="l"/>
            <a:pathLst>
              <a:path h="12245407" w="11510683">
                <a:moveTo>
                  <a:pt x="0" y="0"/>
                </a:moveTo>
                <a:lnTo>
                  <a:pt x="11510683" y="0"/>
                </a:lnTo>
                <a:lnTo>
                  <a:pt x="11510683" y="12245407"/>
                </a:lnTo>
                <a:lnTo>
                  <a:pt x="0" y="122454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true" flipV="false" rot="1096893">
            <a:off x="10099705" y="377722"/>
            <a:ext cx="1616423" cy="1301955"/>
          </a:xfrm>
          <a:custGeom>
            <a:avLst/>
            <a:gdLst/>
            <a:ahLst/>
            <a:cxnLst/>
            <a:rect r="r" b="b" t="t" l="l"/>
            <a:pathLst>
              <a:path h="1301955" w="1616423">
                <a:moveTo>
                  <a:pt x="1616423" y="0"/>
                </a:moveTo>
                <a:lnTo>
                  <a:pt x="0" y="0"/>
                </a:lnTo>
                <a:lnTo>
                  <a:pt x="0" y="1301956"/>
                </a:lnTo>
                <a:lnTo>
                  <a:pt x="1616423" y="1301956"/>
                </a:lnTo>
                <a:lnTo>
                  <a:pt x="1616423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5945966">
            <a:off x="12798248" y="12409"/>
            <a:ext cx="359565" cy="969414"/>
          </a:xfrm>
          <a:custGeom>
            <a:avLst/>
            <a:gdLst/>
            <a:ahLst/>
            <a:cxnLst/>
            <a:rect r="r" b="b" t="t" l="l"/>
            <a:pathLst>
              <a:path h="969414" w="359565">
                <a:moveTo>
                  <a:pt x="0" y="0"/>
                </a:moveTo>
                <a:lnTo>
                  <a:pt x="359564" y="0"/>
                </a:lnTo>
                <a:lnTo>
                  <a:pt x="359564" y="969415"/>
                </a:lnTo>
                <a:lnTo>
                  <a:pt x="0" y="96941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true" flipV="false" rot="3726969">
            <a:off x="-5687995" y="1675815"/>
            <a:ext cx="9275621" cy="6345009"/>
          </a:xfrm>
          <a:custGeom>
            <a:avLst/>
            <a:gdLst/>
            <a:ahLst/>
            <a:cxnLst/>
            <a:rect r="r" b="b" t="t" l="l"/>
            <a:pathLst>
              <a:path h="6345009" w="9275621">
                <a:moveTo>
                  <a:pt x="9275621" y="0"/>
                </a:moveTo>
                <a:lnTo>
                  <a:pt x="0" y="0"/>
                </a:lnTo>
                <a:lnTo>
                  <a:pt x="0" y="6345009"/>
                </a:lnTo>
                <a:lnTo>
                  <a:pt x="9275621" y="6345009"/>
                </a:lnTo>
                <a:lnTo>
                  <a:pt x="927562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204041" y="118856"/>
            <a:ext cx="2225643" cy="756719"/>
          </a:xfrm>
          <a:custGeom>
            <a:avLst/>
            <a:gdLst/>
            <a:ahLst/>
            <a:cxnLst/>
            <a:rect r="r" b="b" t="t" l="l"/>
            <a:pathLst>
              <a:path h="756719" w="2225643">
                <a:moveTo>
                  <a:pt x="0" y="0"/>
                </a:moveTo>
                <a:lnTo>
                  <a:pt x="2225643" y="0"/>
                </a:lnTo>
                <a:lnTo>
                  <a:pt x="2225643" y="756719"/>
                </a:lnTo>
                <a:lnTo>
                  <a:pt x="0" y="756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AutoShape 23" id="23"/>
          <p:cNvSpPr/>
          <p:nvPr/>
        </p:nvSpPr>
        <p:spPr>
          <a:xfrm flipH="true" flipV="true">
            <a:off x="6712756" y="4935632"/>
            <a:ext cx="0" cy="3879067"/>
          </a:xfrm>
          <a:prstGeom prst="line">
            <a:avLst/>
          </a:prstGeom>
          <a:ln cap="flat" w="9525">
            <a:solidFill>
              <a:srgbClr val="191919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 flipV="true">
            <a:off x="12301550" y="4935632"/>
            <a:ext cx="0" cy="3879067"/>
          </a:xfrm>
          <a:prstGeom prst="line">
            <a:avLst/>
          </a:prstGeom>
          <a:ln cap="flat" w="9525">
            <a:solidFill>
              <a:srgbClr val="191919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5" id="25"/>
          <p:cNvGrpSpPr/>
          <p:nvPr/>
        </p:nvGrpSpPr>
        <p:grpSpPr>
          <a:xfrm rot="0">
            <a:off x="1323859" y="3829046"/>
            <a:ext cx="3904226" cy="3249459"/>
            <a:chOff x="0" y="0"/>
            <a:chExt cx="976580" cy="812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76580" cy="812800"/>
            </a:xfrm>
            <a:custGeom>
              <a:avLst/>
              <a:gdLst/>
              <a:ahLst/>
              <a:cxnLst/>
              <a:rect r="r" b="b" t="t" l="l"/>
              <a:pathLst>
                <a:path h="812800" w="976580">
                  <a:moveTo>
                    <a:pt x="45608" y="0"/>
                  </a:moveTo>
                  <a:lnTo>
                    <a:pt x="930971" y="0"/>
                  </a:lnTo>
                  <a:cubicBezTo>
                    <a:pt x="956160" y="0"/>
                    <a:pt x="976580" y="20419"/>
                    <a:pt x="976580" y="45608"/>
                  </a:cubicBezTo>
                  <a:lnTo>
                    <a:pt x="976580" y="767192"/>
                  </a:lnTo>
                  <a:cubicBezTo>
                    <a:pt x="976580" y="792381"/>
                    <a:pt x="956160" y="812800"/>
                    <a:pt x="930971" y="812800"/>
                  </a:cubicBezTo>
                  <a:lnTo>
                    <a:pt x="45608" y="812800"/>
                  </a:lnTo>
                  <a:cubicBezTo>
                    <a:pt x="20419" y="812800"/>
                    <a:pt x="0" y="792381"/>
                    <a:pt x="0" y="767192"/>
                  </a:cubicBezTo>
                  <a:lnTo>
                    <a:pt x="0" y="45608"/>
                  </a:lnTo>
                  <a:cubicBezTo>
                    <a:pt x="0" y="20419"/>
                    <a:pt x="20419" y="0"/>
                    <a:pt x="45608" y="0"/>
                  </a:cubicBezTo>
                  <a:close/>
                </a:path>
              </a:pathLst>
            </a:custGeom>
            <a:blipFill>
              <a:blip r:embed="rId13"/>
              <a:stretch>
                <a:fillRect l="-21980" t="-977" r="0" b="-977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7611131" y="3829046"/>
            <a:ext cx="3904226" cy="3249459"/>
            <a:chOff x="0" y="0"/>
            <a:chExt cx="976580" cy="8128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976580" cy="812800"/>
            </a:xfrm>
            <a:custGeom>
              <a:avLst/>
              <a:gdLst/>
              <a:ahLst/>
              <a:cxnLst/>
              <a:rect r="r" b="b" t="t" l="l"/>
              <a:pathLst>
                <a:path h="812800" w="976580">
                  <a:moveTo>
                    <a:pt x="45608" y="0"/>
                  </a:moveTo>
                  <a:lnTo>
                    <a:pt x="930971" y="0"/>
                  </a:lnTo>
                  <a:cubicBezTo>
                    <a:pt x="956160" y="0"/>
                    <a:pt x="976580" y="20419"/>
                    <a:pt x="976580" y="45608"/>
                  </a:cubicBezTo>
                  <a:lnTo>
                    <a:pt x="976580" y="767192"/>
                  </a:lnTo>
                  <a:cubicBezTo>
                    <a:pt x="976580" y="792381"/>
                    <a:pt x="956160" y="812800"/>
                    <a:pt x="930971" y="812800"/>
                  </a:cubicBezTo>
                  <a:lnTo>
                    <a:pt x="45608" y="812800"/>
                  </a:lnTo>
                  <a:cubicBezTo>
                    <a:pt x="20419" y="812800"/>
                    <a:pt x="0" y="792381"/>
                    <a:pt x="0" y="767192"/>
                  </a:cubicBezTo>
                  <a:lnTo>
                    <a:pt x="0" y="45608"/>
                  </a:lnTo>
                  <a:cubicBezTo>
                    <a:pt x="0" y="20419"/>
                    <a:pt x="20419" y="0"/>
                    <a:pt x="45608" y="0"/>
                  </a:cubicBezTo>
                  <a:close/>
                </a:path>
              </a:pathLst>
            </a:custGeom>
            <a:blipFill>
              <a:blip r:embed="rId14"/>
              <a:stretch>
                <a:fillRect l="-11859" t="0" r="-11859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2968733" y="3829046"/>
            <a:ext cx="3904226" cy="3249459"/>
            <a:chOff x="0" y="0"/>
            <a:chExt cx="976580" cy="8128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976580" cy="812800"/>
            </a:xfrm>
            <a:custGeom>
              <a:avLst/>
              <a:gdLst/>
              <a:ahLst/>
              <a:cxnLst/>
              <a:rect r="r" b="b" t="t" l="l"/>
              <a:pathLst>
                <a:path h="812800" w="976580">
                  <a:moveTo>
                    <a:pt x="45608" y="0"/>
                  </a:moveTo>
                  <a:lnTo>
                    <a:pt x="930971" y="0"/>
                  </a:lnTo>
                  <a:cubicBezTo>
                    <a:pt x="956160" y="0"/>
                    <a:pt x="976580" y="20419"/>
                    <a:pt x="976580" y="45608"/>
                  </a:cubicBezTo>
                  <a:lnTo>
                    <a:pt x="976580" y="767192"/>
                  </a:lnTo>
                  <a:cubicBezTo>
                    <a:pt x="976580" y="792381"/>
                    <a:pt x="956160" y="812800"/>
                    <a:pt x="930971" y="812800"/>
                  </a:cubicBezTo>
                  <a:lnTo>
                    <a:pt x="45608" y="812800"/>
                  </a:lnTo>
                  <a:cubicBezTo>
                    <a:pt x="20419" y="812800"/>
                    <a:pt x="0" y="792381"/>
                    <a:pt x="0" y="767192"/>
                  </a:cubicBezTo>
                  <a:lnTo>
                    <a:pt x="0" y="45608"/>
                  </a:lnTo>
                  <a:cubicBezTo>
                    <a:pt x="0" y="20419"/>
                    <a:pt x="20419" y="0"/>
                    <a:pt x="45608" y="0"/>
                  </a:cubicBezTo>
                  <a:close/>
                </a:path>
              </a:pathLst>
            </a:custGeom>
            <a:blipFill>
              <a:blip r:embed="rId15"/>
              <a:stretch>
                <a:fillRect l="-8130" t="0" r="-8130" b="0"/>
              </a:stretch>
            </a:blip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1514965" y="1604075"/>
            <a:ext cx="9016766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true">
                <a:solidFill>
                  <a:srgbClr val="000000"/>
                </a:solidFill>
                <a:latin typeface="Bogart Bold"/>
                <a:ea typeface="Bogart Bold"/>
                <a:cs typeface="Bogart Bold"/>
                <a:sym typeface="Bogart Bold"/>
              </a:rPr>
              <a:t>LÝ DO CHỌN ĐỀ TÀI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384786" y="3273287"/>
            <a:ext cx="3782372" cy="379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6"/>
              </a:lnSpc>
            </a:pPr>
            <a:r>
              <a:rPr lang="en-US" b="true" sz="17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1. NHU CẦU MUA GIÀY TRỰC TUYẾN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7495527" y="3273287"/>
            <a:ext cx="3919554" cy="379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6"/>
              </a:lnSpc>
            </a:pPr>
            <a:r>
              <a:rPr lang="en-US" b="true" sz="17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2. ỨNG DỤNG CÔNG NGHỆ HIỆN ĐẠI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3007273" y="3273287"/>
            <a:ext cx="3919554" cy="379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6"/>
              </a:lnSpc>
            </a:pPr>
            <a:r>
              <a:rPr lang="en-US" b="true" sz="17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3. PHÁT TRIỂN KỸ NĂNG THỰC TẾ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384786" y="7159411"/>
            <a:ext cx="3782372" cy="984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0"/>
              </a:lnSpc>
            </a:pP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KHÁCH</a:t>
            </a: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 HÀNG NGÀY CÀNG CÓ XU HƯỚNG TÌM KIẾM VÀ MUA GIÀY QUA WEBSITE.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611131" y="7159411"/>
            <a:ext cx="3775375" cy="984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0"/>
              </a:lnSpc>
            </a:pP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XÂY DỰNG WEBSITE</a:t>
            </a: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 BÁN GIÀY SHOEGROUP GIÚP MUA SẮM NHANH CHÓNG, TIỆN LỢI VÀ HIỆU QUẢ.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3155277" y="7159411"/>
            <a:ext cx="3856580" cy="984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0"/>
              </a:lnSpc>
            </a:pP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RÈN LUYỆN KỸ NĂNG LẬP</a:t>
            </a: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 TRÌNH, QUẢN LÝ DỮ LIỆU VÀ XÂY DỰNG HỆ THỐNG THƯƠNG MẠI ĐIỆN TỬ.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460957" cy="11315700"/>
            <a:chOff x="0" y="0"/>
            <a:chExt cx="24614610" cy="15087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4782052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564105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4346157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12821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4782052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564105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4346157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912821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4782052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9564105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4346157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912821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false" flipV="false" rot="-5507698">
            <a:off x="9165505" y="1511200"/>
            <a:ext cx="11510683" cy="12245407"/>
          </a:xfrm>
          <a:custGeom>
            <a:avLst/>
            <a:gdLst/>
            <a:ahLst/>
            <a:cxnLst/>
            <a:rect r="r" b="b" t="t" l="l"/>
            <a:pathLst>
              <a:path h="12245407" w="11510683">
                <a:moveTo>
                  <a:pt x="0" y="0"/>
                </a:moveTo>
                <a:lnTo>
                  <a:pt x="11510683" y="0"/>
                </a:lnTo>
                <a:lnTo>
                  <a:pt x="11510683" y="12245407"/>
                </a:lnTo>
                <a:lnTo>
                  <a:pt x="0" y="122454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true" flipV="false" rot="1096893">
            <a:off x="10099705" y="377722"/>
            <a:ext cx="1616423" cy="1301955"/>
          </a:xfrm>
          <a:custGeom>
            <a:avLst/>
            <a:gdLst/>
            <a:ahLst/>
            <a:cxnLst/>
            <a:rect r="r" b="b" t="t" l="l"/>
            <a:pathLst>
              <a:path h="1301955" w="1616423">
                <a:moveTo>
                  <a:pt x="1616423" y="0"/>
                </a:moveTo>
                <a:lnTo>
                  <a:pt x="0" y="0"/>
                </a:lnTo>
                <a:lnTo>
                  <a:pt x="0" y="1301956"/>
                </a:lnTo>
                <a:lnTo>
                  <a:pt x="1616423" y="1301956"/>
                </a:lnTo>
                <a:lnTo>
                  <a:pt x="1616423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5945966">
            <a:off x="12798248" y="12409"/>
            <a:ext cx="359565" cy="969414"/>
          </a:xfrm>
          <a:custGeom>
            <a:avLst/>
            <a:gdLst/>
            <a:ahLst/>
            <a:cxnLst/>
            <a:rect r="r" b="b" t="t" l="l"/>
            <a:pathLst>
              <a:path h="969414" w="359565">
                <a:moveTo>
                  <a:pt x="0" y="0"/>
                </a:moveTo>
                <a:lnTo>
                  <a:pt x="359564" y="0"/>
                </a:lnTo>
                <a:lnTo>
                  <a:pt x="359564" y="969415"/>
                </a:lnTo>
                <a:lnTo>
                  <a:pt x="0" y="96941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true" flipV="false" rot="3726969">
            <a:off x="-5687995" y="1675815"/>
            <a:ext cx="9275621" cy="6345009"/>
          </a:xfrm>
          <a:custGeom>
            <a:avLst/>
            <a:gdLst/>
            <a:ahLst/>
            <a:cxnLst/>
            <a:rect r="r" b="b" t="t" l="l"/>
            <a:pathLst>
              <a:path h="6345009" w="9275621">
                <a:moveTo>
                  <a:pt x="9275621" y="0"/>
                </a:moveTo>
                <a:lnTo>
                  <a:pt x="0" y="0"/>
                </a:lnTo>
                <a:lnTo>
                  <a:pt x="0" y="6345009"/>
                </a:lnTo>
                <a:lnTo>
                  <a:pt x="9275621" y="6345009"/>
                </a:lnTo>
                <a:lnTo>
                  <a:pt x="927562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204041" y="118856"/>
            <a:ext cx="2225643" cy="756719"/>
          </a:xfrm>
          <a:custGeom>
            <a:avLst/>
            <a:gdLst/>
            <a:ahLst/>
            <a:cxnLst/>
            <a:rect r="r" b="b" t="t" l="l"/>
            <a:pathLst>
              <a:path h="756719" w="2225643">
                <a:moveTo>
                  <a:pt x="0" y="0"/>
                </a:moveTo>
                <a:lnTo>
                  <a:pt x="2225643" y="0"/>
                </a:lnTo>
                <a:lnTo>
                  <a:pt x="2225643" y="756719"/>
                </a:lnTo>
                <a:lnTo>
                  <a:pt x="0" y="756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AutoShape 23" id="23"/>
          <p:cNvSpPr/>
          <p:nvPr/>
        </p:nvSpPr>
        <p:spPr>
          <a:xfrm flipH="true" flipV="true">
            <a:off x="6644833" y="4586540"/>
            <a:ext cx="0" cy="3879067"/>
          </a:xfrm>
          <a:prstGeom prst="line">
            <a:avLst/>
          </a:prstGeom>
          <a:ln cap="flat" w="9525">
            <a:solidFill>
              <a:srgbClr val="191919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 flipV="true">
            <a:off x="12233626" y="4586540"/>
            <a:ext cx="0" cy="3879067"/>
          </a:xfrm>
          <a:prstGeom prst="line">
            <a:avLst/>
          </a:prstGeom>
          <a:ln cap="flat" w="9525">
            <a:solidFill>
              <a:srgbClr val="191919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5" id="25"/>
          <p:cNvGrpSpPr/>
          <p:nvPr/>
        </p:nvGrpSpPr>
        <p:grpSpPr>
          <a:xfrm rot="0">
            <a:off x="754030" y="3595579"/>
            <a:ext cx="4908036" cy="3249459"/>
            <a:chOff x="0" y="0"/>
            <a:chExt cx="1227667" cy="812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227667" cy="812800"/>
            </a:xfrm>
            <a:custGeom>
              <a:avLst/>
              <a:gdLst/>
              <a:ahLst/>
              <a:cxnLst/>
              <a:rect r="r" b="b" t="t" l="l"/>
              <a:pathLst>
                <a:path h="812800" w="1227667">
                  <a:moveTo>
                    <a:pt x="36280" y="0"/>
                  </a:moveTo>
                  <a:lnTo>
                    <a:pt x="1191386" y="0"/>
                  </a:lnTo>
                  <a:cubicBezTo>
                    <a:pt x="1211423" y="0"/>
                    <a:pt x="1227667" y="16243"/>
                    <a:pt x="1227667" y="36280"/>
                  </a:cubicBezTo>
                  <a:lnTo>
                    <a:pt x="1227667" y="776520"/>
                  </a:lnTo>
                  <a:cubicBezTo>
                    <a:pt x="1227667" y="796557"/>
                    <a:pt x="1211423" y="812800"/>
                    <a:pt x="1191386" y="812800"/>
                  </a:cubicBezTo>
                  <a:lnTo>
                    <a:pt x="36280" y="812800"/>
                  </a:lnTo>
                  <a:cubicBezTo>
                    <a:pt x="16243" y="812800"/>
                    <a:pt x="0" y="796557"/>
                    <a:pt x="0" y="776520"/>
                  </a:cubicBezTo>
                  <a:lnTo>
                    <a:pt x="0" y="36280"/>
                  </a:lnTo>
                  <a:cubicBezTo>
                    <a:pt x="0" y="16243"/>
                    <a:pt x="16243" y="0"/>
                    <a:pt x="36280" y="0"/>
                  </a:cubicBezTo>
                  <a:close/>
                </a:path>
              </a:pathLst>
            </a:custGeom>
            <a:blipFill>
              <a:blip r:embed="rId13"/>
              <a:stretch>
                <a:fillRect l="-14844" t="-2898" r="0" b="-2898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6971501" y="3595579"/>
            <a:ext cx="4908036" cy="3249459"/>
            <a:chOff x="0" y="0"/>
            <a:chExt cx="1227667" cy="8128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27667" cy="812800"/>
            </a:xfrm>
            <a:custGeom>
              <a:avLst/>
              <a:gdLst/>
              <a:ahLst/>
              <a:cxnLst/>
              <a:rect r="r" b="b" t="t" l="l"/>
              <a:pathLst>
                <a:path h="812800" w="1227667">
                  <a:moveTo>
                    <a:pt x="36280" y="0"/>
                  </a:moveTo>
                  <a:lnTo>
                    <a:pt x="1191386" y="0"/>
                  </a:lnTo>
                  <a:cubicBezTo>
                    <a:pt x="1211423" y="0"/>
                    <a:pt x="1227667" y="16243"/>
                    <a:pt x="1227667" y="36280"/>
                  </a:cubicBezTo>
                  <a:lnTo>
                    <a:pt x="1227667" y="776520"/>
                  </a:lnTo>
                  <a:cubicBezTo>
                    <a:pt x="1227667" y="796557"/>
                    <a:pt x="1211423" y="812800"/>
                    <a:pt x="1191386" y="812800"/>
                  </a:cubicBezTo>
                  <a:lnTo>
                    <a:pt x="36280" y="812800"/>
                  </a:lnTo>
                  <a:cubicBezTo>
                    <a:pt x="16243" y="812800"/>
                    <a:pt x="0" y="796557"/>
                    <a:pt x="0" y="776520"/>
                  </a:cubicBezTo>
                  <a:lnTo>
                    <a:pt x="0" y="36280"/>
                  </a:lnTo>
                  <a:cubicBezTo>
                    <a:pt x="0" y="16243"/>
                    <a:pt x="16243" y="0"/>
                    <a:pt x="36280" y="0"/>
                  </a:cubicBezTo>
                  <a:close/>
                </a:path>
              </a:pathLst>
            </a:custGeom>
            <a:blipFill>
              <a:blip r:embed="rId14"/>
              <a:stretch>
                <a:fillRect l="0" t="-1778" r="0" b="-1778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2590814" y="3595579"/>
            <a:ext cx="4908036" cy="3249459"/>
            <a:chOff x="0" y="0"/>
            <a:chExt cx="1227667" cy="8128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227667" cy="812800"/>
            </a:xfrm>
            <a:custGeom>
              <a:avLst/>
              <a:gdLst/>
              <a:ahLst/>
              <a:cxnLst/>
              <a:rect r="r" b="b" t="t" l="l"/>
              <a:pathLst>
                <a:path h="812800" w="1227667">
                  <a:moveTo>
                    <a:pt x="36280" y="0"/>
                  </a:moveTo>
                  <a:lnTo>
                    <a:pt x="1191386" y="0"/>
                  </a:lnTo>
                  <a:cubicBezTo>
                    <a:pt x="1211423" y="0"/>
                    <a:pt x="1227667" y="16243"/>
                    <a:pt x="1227667" y="36280"/>
                  </a:cubicBezTo>
                  <a:lnTo>
                    <a:pt x="1227667" y="776520"/>
                  </a:lnTo>
                  <a:cubicBezTo>
                    <a:pt x="1227667" y="796557"/>
                    <a:pt x="1211423" y="812800"/>
                    <a:pt x="1191386" y="812800"/>
                  </a:cubicBezTo>
                  <a:lnTo>
                    <a:pt x="36280" y="812800"/>
                  </a:lnTo>
                  <a:cubicBezTo>
                    <a:pt x="16243" y="812800"/>
                    <a:pt x="0" y="796557"/>
                    <a:pt x="0" y="776520"/>
                  </a:cubicBezTo>
                  <a:lnTo>
                    <a:pt x="0" y="36280"/>
                  </a:lnTo>
                  <a:cubicBezTo>
                    <a:pt x="0" y="16243"/>
                    <a:pt x="16243" y="0"/>
                    <a:pt x="36280" y="0"/>
                  </a:cubicBezTo>
                  <a:close/>
                </a:path>
              </a:pathLst>
            </a:custGeom>
            <a:blipFill>
              <a:blip r:embed="rId15"/>
              <a:stretch>
                <a:fillRect l="0" t="-688" r="0" b="-688"/>
              </a:stretch>
            </a:blip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1514965" y="1604075"/>
            <a:ext cx="9016766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true">
                <a:solidFill>
                  <a:srgbClr val="000000"/>
                </a:solidFill>
                <a:latin typeface="Bogart Bold"/>
                <a:ea typeface="Bogart Bold"/>
                <a:cs typeface="Bogart Bold"/>
                <a:sym typeface="Bogart Bold"/>
              </a:rPr>
              <a:t>MỤC TIÊU ĐỀ TÀI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316862" y="3212321"/>
            <a:ext cx="3782372" cy="318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0"/>
              </a:lnSpc>
            </a:pP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HỖ</a:t>
            </a: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 trợ quản lý toàn diện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7176345" y="3183530"/>
            <a:ext cx="4509101" cy="651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0"/>
              </a:lnSpc>
            </a:pP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THÚC ĐẨY KINH DOA</a:t>
            </a: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nh và phát triển bền vững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3116542" y="3212321"/>
            <a:ext cx="3856580" cy="318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0"/>
              </a:lnSpc>
            </a:pP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NÂNG CAO</a:t>
            </a: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 trải nghiệm mua sắm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316862" y="7055393"/>
            <a:ext cx="3782372" cy="651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0"/>
              </a:lnSpc>
            </a:pP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QUẢN</a:t>
            </a: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 lý sản phẩm, đơn hàng và khách hàng hiệu quả.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339293" y="7055393"/>
            <a:ext cx="3782372" cy="651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0"/>
              </a:lnSpc>
            </a:pP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TỐI</a:t>
            </a: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 ưu quy trình bán hàng, nâng cao hiệu quả kinh doanh.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3153646" y="7055393"/>
            <a:ext cx="3782372" cy="651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70"/>
              </a:lnSpc>
            </a:pP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MANG</a:t>
            </a:r>
            <a:r>
              <a:rPr lang="en-US" b="true" sz="15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 đến trải nghiệm mua giày trực tuyến nhanh chóng, tiện lợi.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460957" cy="11315700"/>
            <a:chOff x="0" y="0"/>
            <a:chExt cx="24614610" cy="15087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4782052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564105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4346157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12821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4782052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564105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4346157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912821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4782052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9564105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4346157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912821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false" flipV="false" rot="-5507698">
            <a:off x="9165505" y="1511200"/>
            <a:ext cx="11510683" cy="12245407"/>
          </a:xfrm>
          <a:custGeom>
            <a:avLst/>
            <a:gdLst/>
            <a:ahLst/>
            <a:cxnLst/>
            <a:rect r="r" b="b" t="t" l="l"/>
            <a:pathLst>
              <a:path h="12245407" w="11510683">
                <a:moveTo>
                  <a:pt x="0" y="0"/>
                </a:moveTo>
                <a:lnTo>
                  <a:pt x="11510683" y="0"/>
                </a:lnTo>
                <a:lnTo>
                  <a:pt x="11510683" y="12245407"/>
                </a:lnTo>
                <a:lnTo>
                  <a:pt x="0" y="122454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true" flipV="false" rot="1096893">
            <a:off x="5800497" y="463609"/>
            <a:ext cx="1616423" cy="1301955"/>
          </a:xfrm>
          <a:custGeom>
            <a:avLst/>
            <a:gdLst/>
            <a:ahLst/>
            <a:cxnLst/>
            <a:rect r="r" b="b" t="t" l="l"/>
            <a:pathLst>
              <a:path h="1301955" w="1616423">
                <a:moveTo>
                  <a:pt x="1616423" y="0"/>
                </a:moveTo>
                <a:lnTo>
                  <a:pt x="0" y="0"/>
                </a:lnTo>
                <a:lnTo>
                  <a:pt x="0" y="1301955"/>
                </a:lnTo>
                <a:lnTo>
                  <a:pt x="1616423" y="1301955"/>
                </a:lnTo>
                <a:lnTo>
                  <a:pt x="1616423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5945966">
            <a:off x="12798248" y="12409"/>
            <a:ext cx="359565" cy="969414"/>
          </a:xfrm>
          <a:custGeom>
            <a:avLst/>
            <a:gdLst/>
            <a:ahLst/>
            <a:cxnLst/>
            <a:rect r="r" b="b" t="t" l="l"/>
            <a:pathLst>
              <a:path h="969414" w="359565">
                <a:moveTo>
                  <a:pt x="0" y="0"/>
                </a:moveTo>
                <a:lnTo>
                  <a:pt x="359564" y="0"/>
                </a:lnTo>
                <a:lnTo>
                  <a:pt x="359564" y="969415"/>
                </a:lnTo>
                <a:lnTo>
                  <a:pt x="0" y="96941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8290309" y="7158924"/>
            <a:ext cx="558202" cy="474979"/>
          </a:xfrm>
          <a:custGeom>
            <a:avLst/>
            <a:gdLst/>
            <a:ahLst/>
            <a:cxnLst/>
            <a:rect r="r" b="b" t="t" l="l"/>
            <a:pathLst>
              <a:path h="474979" w="558202">
                <a:moveTo>
                  <a:pt x="0" y="0"/>
                </a:moveTo>
                <a:lnTo>
                  <a:pt x="558203" y="0"/>
                </a:lnTo>
                <a:lnTo>
                  <a:pt x="558203" y="474979"/>
                </a:lnTo>
                <a:lnTo>
                  <a:pt x="0" y="47497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true" flipV="false" rot="3726969">
            <a:off x="-5687995" y="1675815"/>
            <a:ext cx="9275621" cy="6345009"/>
          </a:xfrm>
          <a:custGeom>
            <a:avLst/>
            <a:gdLst/>
            <a:ahLst/>
            <a:cxnLst/>
            <a:rect r="r" b="b" t="t" l="l"/>
            <a:pathLst>
              <a:path h="6345009" w="9275621">
                <a:moveTo>
                  <a:pt x="9275621" y="0"/>
                </a:moveTo>
                <a:lnTo>
                  <a:pt x="0" y="0"/>
                </a:lnTo>
                <a:lnTo>
                  <a:pt x="0" y="6345009"/>
                </a:lnTo>
                <a:lnTo>
                  <a:pt x="9275621" y="6345009"/>
                </a:lnTo>
                <a:lnTo>
                  <a:pt x="9275621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true" flipV="false" rot="6398702">
            <a:off x="1207078" y="5014064"/>
            <a:ext cx="421958" cy="686618"/>
          </a:xfrm>
          <a:custGeom>
            <a:avLst/>
            <a:gdLst/>
            <a:ahLst/>
            <a:cxnLst/>
            <a:rect r="r" b="b" t="t" l="l"/>
            <a:pathLst>
              <a:path h="686618" w="421958">
                <a:moveTo>
                  <a:pt x="421958" y="0"/>
                </a:moveTo>
                <a:lnTo>
                  <a:pt x="0" y="0"/>
                </a:lnTo>
                <a:lnTo>
                  <a:pt x="0" y="686619"/>
                </a:lnTo>
                <a:lnTo>
                  <a:pt x="421958" y="686619"/>
                </a:lnTo>
                <a:lnTo>
                  <a:pt x="421958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8076852" y="2830974"/>
            <a:ext cx="2432132" cy="7600413"/>
          </a:xfrm>
          <a:custGeom>
            <a:avLst/>
            <a:gdLst/>
            <a:ahLst/>
            <a:cxnLst/>
            <a:rect r="r" b="b" t="t" l="l"/>
            <a:pathLst>
              <a:path h="7600413" w="2432132">
                <a:moveTo>
                  <a:pt x="0" y="0"/>
                </a:moveTo>
                <a:lnTo>
                  <a:pt x="2432132" y="0"/>
                </a:lnTo>
                <a:lnTo>
                  <a:pt x="2432132" y="7600413"/>
                </a:lnTo>
                <a:lnTo>
                  <a:pt x="0" y="7600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514965" y="1604075"/>
            <a:ext cx="7925596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true">
                <a:solidFill>
                  <a:srgbClr val="000000"/>
                </a:solidFill>
                <a:latin typeface="Bogart Bold"/>
                <a:ea typeface="Bogart Bold"/>
                <a:cs typeface="Bogart Bold"/>
                <a:sym typeface="Bogart Bold"/>
              </a:rPr>
              <a:t>KHẢO SÁT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870827" y="3120847"/>
            <a:ext cx="5948588" cy="483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699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OFFLINE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659694" y="3120847"/>
            <a:ext cx="5948588" cy="483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699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ONLINE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659694" y="7160194"/>
            <a:ext cx="5948588" cy="391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u="sng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  <a:hlinkClick r:id="rId18" tooltip="https://abc-mart.com.vn/collections/puma?utm_source=google&amp;utm_medium=cpc&amp;utm_campaign=&amp;utm_id=23775490477&amp;utm_adset=&amp;utm_content=806115346052&amp;utm_term=abc+mart&amp;utm_device=c&amp;utm_network=g&amp;utm_placement=&amp;gad_source=1&amp;gad_campaignid=23775490477&amp;gbraid=0AAAABDA3s08w8QYVPz-wejz6sMlNCZDu-&amp;gclid=CjwKCAjwn67VBhBnEiwAXUIN1bdSc2JiR4pnvGUnp3GXddtoZY9AVBRSJIk8PsR2hceASW_APzY2BxoCslQQAvD_BwE"/>
              </a:rPr>
              <a:t>Trang chủ website abc-mart.com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906322" y="7160194"/>
            <a:ext cx="5948588" cy="391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u="sng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  <a:hlinkClick r:id="rId19" tooltip="https://share.google/ZmAzqIJyawTwAbRIZ"/>
              </a:rPr>
              <a:t>Decathlon Vincom Times City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573600" y="3784747"/>
            <a:ext cx="6614031" cy="3252566"/>
            <a:chOff x="0" y="0"/>
            <a:chExt cx="1004918" cy="49418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04918" cy="494186"/>
            </a:xfrm>
            <a:custGeom>
              <a:avLst/>
              <a:gdLst/>
              <a:ahLst/>
              <a:cxnLst/>
              <a:rect r="r" b="b" t="t" l="l"/>
              <a:pathLst>
                <a:path h="494186" w="1004918">
                  <a:moveTo>
                    <a:pt x="60868" y="0"/>
                  </a:moveTo>
                  <a:lnTo>
                    <a:pt x="944050" y="0"/>
                  </a:lnTo>
                  <a:cubicBezTo>
                    <a:pt x="977667" y="0"/>
                    <a:pt x="1004918" y="27251"/>
                    <a:pt x="1004918" y="60868"/>
                  </a:cubicBezTo>
                  <a:lnTo>
                    <a:pt x="1004918" y="433318"/>
                  </a:lnTo>
                  <a:cubicBezTo>
                    <a:pt x="1004918" y="466935"/>
                    <a:pt x="977667" y="494186"/>
                    <a:pt x="944050" y="494186"/>
                  </a:cubicBezTo>
                  <a:lnTo>
                    <a:pt x="60868" y="494186"/>
                  </a:lnTo>
                  <a:cubicBezTo>
                    <a:pt x="27251" y="494186"/>
                    <a:pt x="0" y="466935"/>
                    <a:pt x="0" y="433318"/>
                  </a:cubicBezTo>
                  <a:lnTo>
                    <a:pt x="0" y="60868"/>
                  </a:lnTo>
                  <a:cubicBezTo>
                    <a:pt x="0" y="27251"/>
                    <a:pt x="27251" y="0"/>
                    <a:pt x="60868" y="0"/>
                  </a:cubicBezTo>
                  <a:close/>
                </a:path>
              </a:pathLst>
            </a:custGeom>
            <a:blipFill>
              <a:blip r:embed="rId20"/>
              <a:stretch>
                <a:fillRect l="0" t="-14010" r="0" b="-13211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0326972" y="3731090"/>
            <a:ext cx="6614031" cy="3252566"/>
            <a:chOff x="0" y="0"/>
            <a:chExt cx="1004918" cy="49418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04918" cy="494186"/>
            </a:xfrm>
            <a:custGeom>
              <a:avLst/>
              <a:gdLst/>
              <a:ahLst/>
              <a:cxnLst/>
              <a:rect r="r" b="b" t="t" l="l"/>
              <a:pathLst>
                <a:path h="494186" w="1004918">
                  <a:moveTo>
                    <a:pt x="60868" y="0"/>
                  </a:moveTo>
                  <a:lnTo>
                    <a:pt x="944050" y="0"/>
                  </a:lnTo>
                  <a:cubicBezTo>
                    <a:pt x="977667" y="0"/>
                    <a:pt x="1004918" y="27251"/>
                    <a:pt x="1004918" y="60868"/>
                  </a:cubicBezTo>
                  <a:lnTo>
                    <a:pt x="1004918" y="433318"/>
                  </a:lnTo>
                  <a:cubicBezTo>
                    <a:pt x="1004918" y="466935"/>
                    <a:pt x="977667" y="494186"/>
                    <a:pt x="944050" y="494186"/>
                  </a:cubicBezTo>
                  <a:lnTo>
                    <a:pt x="60868" y="494186"/>
                  </a:lnTo>
                  <a:cubicBezTo>
                    <a:pt x="27251" y="494186"/>
                    <a:pt x="0" y="466935"/>
                    <a:pt x="0" y="433318"/>
                  </a:cubicBezTo>
                  <a:lnTo>
                    <a:pt x="0" y="60868"/>
                  </a:lnTo>
                  <a:cubicBezTo>
                    <a:pt x="0" y="27251"/>
                    <a:pt x="27251" y="0"/>
                    <a:pt x="60868" y="0"/>
                  </a:cubicBezTo>
                  <a:close/>
                </a:path>
              </a:pathLst>
            </a:custGeom>
            <a:blipFill>
              <a:blip r:embed="rId21"/>
              <a:stretch>
                <a:fillRect l="-3770" t="0" r="-3770" b="0"/>
              </a:stretch>
            </a:blipFill>
          </p:spPr>
        </p:sp>
      </p:grpSp>
      <p:sp>
        <p:nvSpPr>
          <p:cNvPr name="Freeform 34" id="34"/>
          <p:cNvSpPr/>
          <p:nvPr/>
        </p:nvSpPr>
        <p:spPr>
          <a:xfrm flipH="false" flipV="false" rot="0">
            <a:off x="204041" y="118856"/>
            <a:ext cx="2225643" cy="756719"/>
          </a:xfrm>
          <a:custGeom>
            <a:avLst/>
            <a:gdLst/>
            <a:ahLst/>
            <a:cxnLst/>
            <a:rect r="r" b="b" t="t" l="l"/>
            <a:pathLst>
              <a:path h="756719" w="2225643">
                <a:moveTo>
                  <a:pt x="0" y="0"/>
                </a:moveTo>
                <a:lnTo>
                  <a:pt x="2225643" y="0"/>
                </a:lnTo>
                <a:lnTo>
                  <a:pt x="2225643" y="756719"/>
                </a:lnTo>
                <a:lnTo>
                  <a:pt x="0" y="75671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460957" cy="11315700"/>
            <a:chOff x="0" y="0"/>
            <a:chExt cx="24614610" cy="15087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4782052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564105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4346157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12821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4782052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564105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4346157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912821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4782052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9564105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4346157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912821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false" flipV="false" rot="-5507698">
            <a:off x="9165505" y="1511200"/>
            <a:ext cx="11510683" cy="12245407"/>
          </a:xfrm>
          <a:custGeom>
            <a:avLst/>
            <a:gdLst/>
            <a:ahLst/>
            <a:cxnLst/>
            <a:rect r="r" b="b" t="t" l="l"/>
            <a:pathLst>
              <a:path h="12245407" w="11510683">
                <a:moveTo>
                  <a:pt x="0" y="0"/>
                </a:moveTo>
                <a:lnTo>
                  <a:pt x="11510683" y="0"/>
                </a:lnTo>
                <a:lnTo>
                  <a:pt x="11510683" y="12245407"/>
                </a:lnTo>
                <a:lnTo>
                  <a:pt x="0" y="122454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true" flipV="false" rot="1096893">
            <a:off x="9456328" y="463087"/>
            <a:ext cx="1616423" cy="1301955"/>
          </a:xfrm>
          <a:custGeom>
            <a:avLst/>
            <a:gdLst/>
            <a:ahLst/>
            <a:cxnLst/>
            <a:rect r="r" b="b" t="t" l="l"/>
            <a:pathLst>
              <a:path h="1301955" w="1616423">
                <a:moveTo>
                  <a:pt x="1616423" y="0"/>
                </a:moveTo>
                <a:lnTo>
                  <a:pt x="0" y="0"/>
                </a:lnTo>
                <a:lnTo>
                  <a:pt x="0" y="1301955"/>
                </a:lnTo>
                <a:lnTo>
                  <a:pt x="1616423" y="1301955"/>
                </a:lnTo>
                <a:lnTo>
                  <a:pt x="1616423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5945966">
            <a:off x="12798248" y="12409"/>
            <a:ext cx="359565" cy="969414"/>
          </a:xfrm>
          <a:custGeom>
            <a:avLst/>
            <a:gdLst/>
            <a:ahLst/>
            <a:cxnLst/>
            <a:rect r="r" b="b" t="t" l="l"/>
            <a:pathLst>
              <a:path h="969414" w="359565">
                <a:moveTo>
                  <a:pt x="0" y="0"/>
                </a:moveTo>
                <a:lnTo>
                  <a:pt x="359564" y="0"/>
                </a:lnTo>
                <a:lnTo>
                  <a:pt x="359564" y="969415"/>
                </a:lnTo>
                <a:lnTo>
                  <a:pt x="0" y="96941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true" flipV="false" rot="3726969">
            <a:off x="-5687995" y="1675815"/>
            <a:ext cx="9275621" cy="6345009"/>
          </a:xfrm>
          <a:custGeom>
            <a:avLst/>
            <a:gdLst/>
            <a:ahLst/>
            <a:cxnLst/>
            <a:rect r="r" b="b" t="t" l="l"/>
            <a:pathLst>
              <a:path h="6345009" w="9275621">
                <a:moveTo>
                  <a:pt x="9275621" y="0"/>
                </a:moveTo>
                <a:lnTo>
                  <a:pt x="0" y="0"/>
                </a:lnTo>
                <a:lnTo>
                  <a:pt x="0" y="6345009"/>
                </a:lnTo>
                <a:lnTo>
                  <a:pt x="9275621" y="6345009"/>
                </a:lnTo>
                <a:lnTo>
                  <a:pt x="927562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true" flipV="false" rot="6398702">
            <a:off x="701894" y="5014064"/>
            <a:ext cx="421958" cy="686618"/>
          </a:xfrm>
          <a:custGeom>
            <a:avLst/>
            <a:gdLst/>
            <a:ahLst/>
            <a:cxnLst/>
            <a:rect r="r" b="b" t="t" l="l"/>
            <a:pathLst>
              <a:path h="686618" w="421958">
                <a:moveTo>
                  <a:pt x="421959" y="0"/>
                </a:moveTo>
                <a:lnTo>
                  <a:pt x="0" y="0"/>
                </a:lnTo>
                <a:lnTo>
                  <a:pt x="0" y="686619"/>
                </a:lnTo>
                <a:lnTo>
                  <a:pt x="421959" y="686619"/>
                </a:lnTo>
                <a:lnTo>
                  <a:pt x="421959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514965" y="1604075"/>
            <a:ext cx="8667592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true">
                <a:solidFill>
                  <a:srgbClr val="000000"/>
                </a:solidFill>
                <a:latin typeface="Bogart Bold"/>
                <a:ea typeface="Bogart Bold"/>
                <a:cs typeface="Bogart Bold"/>
                <a:sym typeface="Bogart Bold"/>
              </a:rPr>
              <a:t>VẤN ĐỀ GẶP PHẢI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204041" y="118856"/>
            <a:ext cx="2225643" cy="756719"/>
          </a:xfrm>
          <a:custGeom>
            <a:avLst/>
            <a:gdLst/>
            <a:ahLst/>
            <a:cxnLst/>
            <a:rect r="r" b="b" t="t" l="l"/>
            <a:pathLst>
              <a:path h="756719" w="2225643">
                <a:moveTo>
                  <a:pt x="0" y="0"/>
                </a:moveTo>
                <a:lnTo>
                  <a:pt x="2225643" y="0"/>
                </a:lnTo>
                <a:lnTo>
                  <a:pt x="2225643" y="756719"/>
                </a:lnTo>
                <a:lnTo>
                  <a:pt x="0" y="75671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094579" y="3232036"/>
            <a:ext cx="366780" cy="366780"/>
          </a:xfrm>
          <a:custGeom>
            <a:avLst/>
            <a:gdLst/>
            <a:ahLst/>
            <a:cxnLst/>
            <a:rect r="r" b="b" t="t" l="l"/>
            <a:pathLst>
              <a:path h="366780" w="366780">
                <a:moveTo>
                  <a:pt x="0" y="0"/>
                </a:moveTo>
                <a:lnTo>
                  <a:pt x="366780" y="0"/>
                </a:lnTo>
                <a:lnTo>
                  <a:pt x="366780" y="366780"/>
                </a:lnTo>
                <a:lnTo>
                  <a:pt x="0" y="36678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094579" y="5587968"/>
            <a:ext cx="366780" cy="366780"/>
          </a:xfrm>
          <a:custGeom>
            <a:avLst/>
            <a:gdLst/>
            <a:ahLst/>
            <a:cxnLst/>
            <a:rect r="r" b="b" t="t" l="l"/>
            <a:pathLst>
              <a:path h="366780" w="366780">
                <a:moveTo>
                  <a:pt x="0" y="0"/>
                </a:moveTo>
                <a:lnTo>
                  <a:pt x="366780" y="0"/>
                </a:lnTo>
                <a:lnTo>
                  <a:pt x="366780" y="366781"/>
                </a:lnTo>
                <a:lnTo>
                  <a:pt x="0" y="366781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9932988" y="3248395"/>
            <a:ext cx="366780" cy="366780"/>
          </a:xfrm>
          <a:custGeom>
            <a:avLst/>
            <a:gdLst/>
            <a:ahLst/>
            <a:cxnLst/>
            <a:rect r="r" b="b" t="t" l="l"/>
            <a:pathLst>
              <a:path h="366780" w="366780">
                <a:moveTo>
                  <a:pt x="0" y="0"/>
                </a:moveTo>
                <a:lnTo>
                  <a:pt x="366780" y="0"/>
                </a:lnTo>
                <a:lnTo>
                  <a:pt x="366780" y="366780"/>
                </a:lnTo>
                <a:lnTo>
                  <a:pt x="0" y="36678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9932988" y="5587968"/>
            <a:ext cx="366780" cy="366780"/>
          </a:xfrm>
          <a:custGeom>
            <a:avLst/>
            <a:gdLst/>
            <a:ahLst/>
            <a:cxnLst/>
            <a:rect r="r" b="b" t="t" l="l"/>
            <a:pathLst>
              <a:path h="366780" w="366780">
                <a:moveTo>
                  <a:pt x="0" y="0"/>
                </a:moveTo>
                <a:lnTo>
                  <a:pt x="366780" y="0"/>
                </a:lnTo>
                <a:lnTo>
                  <a:pt x="366780" y="366781"/>
                </a:lnTo>
                <a:lnTo>
                  <a:pt x="0" y="366781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1663620" y="3642241"/>
            <a:ext cx="6488559" cy="720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K</a:t>
            </a:r>
            <a:r>
              <a:rPr lang="en-US" sz="2000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hách hàng khó tìm kiếm, lựa chọn sản phẩm và đặt mua giày nhanh chóng.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663620" y="3149002"/>
            <a:ext cx="6647901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1. KHÓ</a:t>
            </a: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 KHĂN TRONG MUA SẮM TRỰC TUYẾN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663620" y="5998173"/>
            <a:ext cx="6488559" cy="720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Quy</a:t>
            </a:r>
            <a:r>
              <a:rPr lang="en-US" sz="2000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 trình kiểm tra sản phẩm, lập đơn và thanh toán còn mất nhiều thời gian.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663620" y="5504935"/>
            <a:ext cx="7356555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2. QUẢN LÝ BÁN</a:t>
            </a: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 HÀNG TẠI QUẦY CHƯA HIỆU QUẢ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502029" y="3658599"/>
            <a:ext cx="6766796" cy="720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Khó</a:t>
            </a:r>
            <a:r>
              <a:rPr lang="en-US" sz="2000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 theo dõi chính xác số lượng giày theo từng màu sắc, kích cỡ và biến thể.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502029" y="3165361"/>
            <a:ext cx="6442779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3.</a:t>
            </a: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 KHÓ KIỂM SOÁT SẢN PHẨM VÀ TỒN KHO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502029" y="5998173"/>
            <a:ext cx="6766796" cy="720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Thông tin</a:t>
            </a:r>
            <a:r>
              <a:rPr lang="en-US" sz="2000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 sản phẩm, khách hàng, đơn hàng và doanh thu chưa được quản lý tập trung.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502029" y="5504935"/>
            <a:ext cx="6454750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4. KHÓ THEO DÕI HOẠT</a:t>
            </a: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 ĐỘNG KINH DOANH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460957" cy="11315700"/>
            <a:chOff x="0" y="0"/>
            <a:chExt cx="24614610" cy="15087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4782052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564105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4346157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12821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4782052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564105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4346157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912821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4782052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9564105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4346157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912821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true" flipV="false" rot="-4690323">
            <a:off x="-5679993" y="4834833"/>
            <a:ext cx="12933127" cy="8846933"/>
          </a:xfrm>
          <a:custGeom>
            <a:avLst/>
            <a:gdLst/>
            <a:ahLst/>
            <a:cxnLst/>
            <a:rect r="r" b="b" t="t" l="l"/>
            <a:pathLst>
              <a:path h="8846933" w="12933127">
                <a:moveTo>
                  <a:pt x="12933127" y="0"/>
                </a:moveTo>
                <a:lnTo>
                  <a:pt x="0" y="0"/>
                </a:lnTo>
                <a:lnTo>
                  <a:pt x="0" y="8846934"/>
                </a:lnTo>
                <a:lnTo>
                  <a:pt x="12933127" y="8846934"/>
                </a:lnTo>
                <a:lnTo>
                  <a:pt x="12933127" y="0"/>
                </a:lnTo>
                <a:close/>
              </a:path>
            </a:pathLst>
          </a:custGeom>
          <a:blipFill>
            <a:blip r:embed="rId4">
              <a:alphaModFix amt="5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097787" y="3232036"/>
            <a:ext cx="366780" cy="366780"/>
          </a:xfrm>
          <a:custGeom>
            <a:avLst/>
            <a:gdLst/>
            <a:ahLst/>
            <a:cxnLst/>
            <a:rect r="r" b="b" t="t" l="l"/>
            <a:pathLst>
              <a:path h="366780" w="366780">
                <a:moveTo>
                  <a:pt x="0" y="0"/>
                </a:moveTo>
                <a:lnTo>
                  <a:pt x="366781" y="0"/>
                </a:lnTo>
                <a:lnTo>
                  <a:pt x="366781" y="366780"/>
                </a:lnTo>
                <a:lnTo>
                  <a:pt x="0" y="36678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true" flipV="false" rot="0">
            <a:off x="12895013" y="-87753"/>
            <a:ext cx="5565944" cy="4114800"/>
          </a:xfrm>
          <a:custGeom>
            <a:avLst/>
            <a:gdLst/>
            <a:ahLst/>
            <a:cxnLst/>
            <a:rect r="r" b="b" t="t" l="l"/>
            <a:pathLst>
              <a:path h="4114800" w="5565944">
                <a:moveTo>
                  <a:pt x="5565944" y="0"/>
                </a:moveTo>
                <a:lnTo>
                  <a:pt x="0" y="0"/>
                </a:lnTo>
                <a:lnTo>
                  <a:pt x="0" y="4114800"/>
                </a:lnTo>
                <a:lnTo>
                  <a:pt x="5565944" y="4114800"/>
                </a:lnTo>
                <a:lnTo>
                  <a:pt x="5565944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5677872">
            <a:off x="11254421" y="9043070"/>
            <a:ext cx="476860" cy="880111"/>
          </a:xfrm>
          <a:custGeom>
            <a:avLst/>
            <a:gdLst/>
            <a:ahLst/>
            <a:cxnLst/>
            <a:rect r="r" b="b" t="t" l="l"/>
            <a:pathLst>
              <a:path h="880111" w="476860">
                <a:moveTo>
                  <a:pt x="0" y="0"/>
                </a:moveTo>
                <a:lnTo>
                  <a:pt x="476860" y="0"/>
                </a:lnTo>
                <a:lnTo>
                  <a:pt x="476860" y="880111"/>
                </a:lnTo>
                <a:lnTo>
                  <a:pt x="0" y="88011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6244310" y="2404918"/>
            <a:ext cx="558202" cy="474979"/>
          </a:xfrm>
          <a:custGeom>
            <a:avLst/>
            <a:gdLst/>
            <a:ahLst/>
            <a:cxnLst/>
            <a:rect r="r" b="b" t="t" l="l"/>
            <a:pathLst>
              <a:path h="474979" w="558202">
                <a:moveTo>
                  <a:pt x="0" y="0"/>
                </a:moveTo>
                <a:lnTo>
                  <a:pt x="558202" y="0"/>
                </a:lnTo>
                <a:lnTo>
                  <a:pt x="558202" y="474980"/>
                </a:lnTo>
                <a:lnTo>
                  <a:pt x="0" y="474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true" flipV="false" rot="689962">
            <a:off x="5847470" y="390997"/>
            <a:ext cx="1616423" cy="1301955"/>
          </a:xfrm>
          <a:custGeom>
            <a:avLst/>
            <a:gdLst/>
            <a:ahLst/>
            <a:cxnLst/>
            <a:rect r="r" b="b" t="t" l="l"/>
            <a:pathLst>
              <a:path h="1301955" w="1616423">
                <a:moveTo>
                  <a:pt x="1616423" y="0"/>
                </a:moveTo>
                <a:lnTo>
                  <a:pt x="0" y="0"/>
                </a:lnTo>
                <a:lnTo>
                  <a:pt x="0" y="1301955"/>
                </a:lnTo>
                <a:lnTo>
                  <a:pt x="1616423" y="1301955"/>
                </a:lnTo>
                <a:lnTo>
                  <a:pt x="1616423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097787" y="5587968"/>
            <a:ext cx="366780" cy="366780"/>
          </a:xfrm>
          <a:custGeom>
            <a:avLst/>
            <a:gdLst/>
            <a:ahLst/>
            <a:cxnLst/>
            <a:rect r="r" b="b" t="t" l="l"/>
            <a:pathLst>
              <a:path h="366780" w="366780">
                <a:moveTo>
                  <a:pt x="0" y="0"/>
                </a:moveTo>
                <a:lnTo>
                  <a:pt x="366781" y="0"/>
                </a:lnTo>
                <a:lnTo>
                  <a:pt x="366781" y="366781"/>
                </a:lnTo>
                <a:lnTo>
                  <a:pt x="0" y="36678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9942513" y="3248395"/>
            <a:ext cx="366780" cy="366780"/>
          </a:xfrm>
          <a:custGeom>
            <a:avLst/>
            <a:gdLst/>
            <a:ahLst/>
            <a:cxnLst/>
            <a:rect r="r" b="b" t="t" l="l"/>
            <a:pathLst>
              <a:path h="366780" w="366780">
                <a:moveTo>
                  <a:pt x="0" y="0"/>
                </a:moveTo>
                <a:lnTo>
                  <a:pt x="366780" y="0"/>
                </a:lnTo>
                <a:lnTo>
                  <a:pt x="366780" y="366780"/>
                </a:lnTo>
                <a:lnTo>
                  <a:pt x="0" y="36678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9942513" y="5587968"/>
            <a:ext cx="366780" cy="366780"/>
          </a:xfrm>
          <a:custGeom>
            <a:avLst/>
            <a:gdLst/>
            <a:ahLst/>
            <a:cxnLst/>
            <a:rect r="r" b="b" t="t" l="l"/>
            <a:pathLst>
              <a:path h="366780" w="366780">
                <a:moveTo>
                  <a:pt x="0" y="0"/>
                </a:moveTo>
                <a:lnTo>
                  <a:pt x="366780" y="0"/>
                </a:lnTo>
                <a:lnTo>
                  <a:pt x="366780" y="366781"/>
                </a:lnTo>
                <a:lnTo>
                  <a:pt x="0" y="36678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1666828" y="3642241"/>
            <a:ext cx="6488559" cy="720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Hỗ tr</a:t>
            </a:r>
            <a:r>
              <a:rPr lang="en-US" sz="2000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ợ khách hàng tìm kiếm, lọc, chọn biến thể, đặt hàng và thanh toán thuận tiện trên website.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666828" y="3149002"/>
            <a:ext cx="5709495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1. XÂY DỰNG KÊNH </a:t>
            </a: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BÁN</a:t>
            </a: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 HÀNG ONLINE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514965" y="1604075"/>
            <a:ext cx="7925596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true">
                <a:solidFill>
                  <a:srgbClr val="000000"/>
                </a:solidFill>
                <a:latin typeface="Bogart Bold"/>
                <a:ea typeface="Bogart Bold"/>
                <a:cs typeface="Bogart Bold"/>
                <a:sym typeface="Bogart Bold"/>
              </a:rPr>
              <a:t>GIẢI PHÁP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666828" y="5998173"/>
            <a:ext cx="6488559" cy="1073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Ứng dụng POS giúp nhân</a:t>
            </a:r>
            <a:r>
              <a:rPr lang="en-US" sz="2000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 viên tạo đơn, kiểm tra tồn kho, thanh toán và xuất hóa đơn nhanh chóng.</a:t>
            </a:r>
          </a:p>
          <a:p>
            <a:pPr algn="just">
              <a:lnSpc>
                <a:spcPts val="2800"/>
              </a:lnSpc>
            </a:pPr>
          </a:p>
        </p:txBody>
      </p:sp>
      <p:sp>
        <p:nvSpPr>
          <p:cNvPr name="TextBox 31" id="31"/>
          <p:cNvSpPr txBox="true"/>
          <p:nvPr/>
        </p:nvSpPr>
        <p:spPr>
          <a:xfrm rot="0">
            <a:off x="1666828" y="5504935"/>
            <a:ext cx="6878091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2. XÂY DỰNG HỆ THỐNG BÁN</a:t>
            </a: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 HÀNG TẠI QUẦY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511554" y="3658599"/>
            <a:ext cx="6766796" cy="1073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Quản lý tồn kho</a:t>
            </a:r>
            <a:r>
              <a:rPr lang="en-US" sz="2000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 theo từng màu, kích cỡ và biến thể, cập nhật số lượng khi phát sinh đơn hàng để hạn chế bán vượt tồn.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511554" y="3165361"/>
            <a:ext cx="5264316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3.</a:t>
            </a: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 ĐỒNG BỘ SẢN PHẨM &amp; TỒN KHO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511554" y="5998173"/>
            <a:ext cx="6766796" cy="1073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Tập trung</a:t>
            </a:r>
            <a:r>
              <a:rPr lang="en-US" sz="2000">
                <a:solidFill>
                  <a:srgbClr val="0B0A0A"/>
                </a:solidFill>
                <a:latin typeface="Poppins"/>
                <a:ea typeface="Poppins"/>
                <a:cs typeface="Poppins"/>
                <a:sym typeface="Poppins"/>
              </a:rPr>
              <a:t> quản lý tài khoản, khách hàng, đơn hàng, thanh toán và doanh thu, hỗ trợ cửa hàng theo dõi hoạt động kinh doanh.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511554" y="5504935"/>
            <a:ext cx="6061929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4. QUẢN LÝ TẬP</a:t>
            </a:r>
            <a:r>
              <a:rPr lang="en-US" b="true" sz="2400">
                <a:solidFill>
                  <a:srgbClr val="0B0A0A"/>
                </a:solidFill>
                <a:latin typeface="Poppins Bold"/>
                <a:ea typeface="Poppins Bold"/>
                <a:cs typeface="Poppins Bold"/>
                <a:sym typeface="Poppins Bold"/>
              </a:rPr>
              <a:t> TRUNG &amp; THỐNG KÊ</a:t>
            </a:r>
          </a:p>
        </p:txBody>
      </p:sp>
      <p:sp>
        <p:nvSpPr>
          <p:cNvPr name="Freeform 36" id="36"/>
          <p:cNvSpPr/>
          <p:nvPr/>
        </p:nvSpPr>
        <p:spPr>
          <a:xfrm flipH="false" flipV="false" rot="0">
            <a:off x="204041" y="118856"/>
            <a:ext cx="2225643" cy="756719"/>
          </a:xfrm>
          <a:custGeom>
            <a:avLst/>
            <a:gdLst/>
            <a:ahLst/>
            <a:cxnLst/>
            <a:rect r="r" b="b" t="t" l="l"/>
            <a:pathLst>
              <a:path h="756719" w="2225643">
                <a:moveTo>
                  <a:pt x="0" y="0"/>
                </a:moveTo>
                <a:lnTo>
                  <a:pt x="2225643" y="0"/>
                </a:lnTo>
                <a:lnTo>
                  <a:pt x="2225643" y="756719"/>
                </a:lnTo>
                <a:lnTo>
                  <a:pt x="0" y="75671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460957" cy="11315700"/>
            <a:chOff x="0" y="0"/>
            <a:chExt cx="24614610" cy="15087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4782052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564105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4346157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12821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4782052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564105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4346157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912821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4782052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9564105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4346157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912821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true" flipV="false" rot="-4690323">
            <a:off x="-5679993" y="4834833"/>
            <a:ext cx="12933127" cy="8846933"/>
          </a:xfrm>
          <a:custGeom>
            <a:avLst/>
            <a:gdLst/>
            <a:ahLst/>
            <a:cxnLst/>
            <a:rect r="r" b="b" t="t" l="l"/>
            <a:pathLst>
              <a:path h="8846933" w="12933127">
                <a:moveTo>
                  <a:pt x="12933127" y="0"/>
                </a:moveTo>
                <a:lnTo>
                  <a:pt x="0" y="0"/>
                </a:lnTo>
                <a:lnTo>
                  <a:pt x="0" y="8846934"/>
                </a:lnTo>
                <a:lnTo>
                  <a:pt x="12933127" y="8846934"/>
                </a:lnTo>
                <a:lnTo>
                  <a:pt x="12933127" y="0"/>
                </a:lnTo>
                <a:close/>
              </a:path>
            </a:pathLst>
          </a:custGeom>
          <a:blipFill>
            <a:blip r:embed="rId4">
              <a:alphaModFix amt="5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true" flipV="false" rot="0">
            <a:off x="12895013" y="-87753"/>
            <a:ext cx="5565944" cy="4114800"/>
          </a:xfrm>
          <a:custGeom>
            <a:avLst/>
            <a:gdLst/>
            <a:ahLst/>
            <a:cxnLst/>
            <a:rect r="r" b="b" t="t" l="l"/>
            <a:pathLst>
              <a:path h="4114800" w="5565944">
                <a:moveTo>
                  <a:pt x="5565944" y="0"/>
                </a:moveTo>
                <a:lnTo>
                  <a:pt x="0" y="0"/>
                </a:lnTo>
                <a:lnTo>
                  <a:pt x="0" y="4114800"/>
                </a:lnTo>
                <a:lnTo>
                  <a:pt x="5565944" y="4114800"/>
                </a:lnTo>
                <a:lnTo>
                  <a:pt x="5565944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5677872">
            <a:off x="11254421" y="9043070"/>
            <a:ext cx="476860" cy="880111"/>
          </a:xfrm>
          <a:custGeom>
            <a:avLst/>
            <a:gdLst/>
            <a:ahLst/>
            <a:cxnLst/>
            <a:rect r="r" b="b" t="t" l="l"/>
            <a:pathLst>
              <a:path h="880111" w="476860">
                <a:moveTo>
                  <a:pt x="0" y="0"/>
                </a:moveTo>
                <a:lnTo>
                  <a:pt x="476860" y="0"/>
                </a:lnTo>
                <a:lnTo>
                  <a:pt x="476860" y="880111"/>
                </a:lnTo>
                <a:lnTo>
                  <a:pt x="0" y="88011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6244310" y="2404918"/>
            <a:ext cx="558202" cy="474979"/>
          </a:xfrm>
          <a:custGeom>
            <a:avLst/>
            <a:gdLst/>
            <a:ahLst/>
            <a:cxnLst/>
            <a:rect r="r" b="b" t="t" l="l"/>
            <a:pathLst>
              <a:path h="474979" w="558202">
                <a:moveTo>
                  <a:pt x="0" y="0"/>
                </a:moveTo>
                <a:lnTo>
                  <a:pt x="558202" y="0"/>
                </a:lnTo>
                <a:lnTo>
                  <a:pt x="558202" y="474980"/>
                </a:lnTo>
                <a:lnTo>
                  <a:pt x="0" y="474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true" flipV="false" rot="689962">
            <a:off x="8632350" y="377722"/>
            <a:ext cx="1616423" cy="1301955"/>
          </a:xfrm>
          <a:custGeom>
            <a:avLst/>
            <a:gdLst/>
            <a:ahLst/>
            <a:cxnLst/>
            <a:rect r="r" b="b" t="t" l="l"/>
            <a:pathLst>
              <a:path h="1301955" w="1616423">
                <a:moveTo>
                  <a:pt x="1616423" y="0"/>
                </a:moveTo>
                <a:lnTo>
                  <a:pt x="0" y="0"/>
                </a:lnTo>
                <a:lnTo>
                  <a:pt x="0" y="1301956"/>
                </a:lnTo>
                <a:lnTo>
                  <a:pt x="1616423" y="1301956"/>
                </a:lnTo>
                <a:lnTo>
                  <a:pt x="1616423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514965" y="1604075"/>
            <a:ext cx="7925596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true">
                <a:solidFill>
                  <a:srgbClr val="000000"/>
                </a:solidFill>
                <a:latin typeface="Bogart Bold"/>
                <a:ea typeface="Bogart Bold"/>
                <a:cs typeface="Bogart Bold"/>
                <a:sym typeface="Bogart Bold"/>
              </a:rPr>
              <a:t>PHẠM VI ĐỀ TÀI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204041" y="118856"/>
            <a:ext cx="2225643" cy="756719"/>
          </a:xfrm>
          <a:custGeom>
            <a:avLst/>
            <a:gdLst/>
            <a:ahLst/>
            <a:cxnLst/>
            <a:rect r="r" b="b" t="t" l="l"/>
            <a:pathLst>
              <a:path h="756719" w="2225643">
                <a:moveTo>
                  <a:pt x="0" y="0"/>
                </a:moveTo>
                <a:lnTo>
                  <a:pt x="2225643" y="0"/>
                </a:lnTo>
                <a:lnTo>
                  <a:pt x="2225643" y="756719"/>
                </a:lnTo>
                <a:lnTo>
                  <a:pt x="0" y="75671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460957" cy="11315700"/>
            <a:chOff x="0" y="0"/>
            <a:chExt cx="24614610" cy="15087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4782052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564105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4346157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12821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4782052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564105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4346157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912821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4782052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9564105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4346157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912821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true" flipV="false" rot="-4690323">
            <a:off x="-5679993" y="4834833"/>
            <a:ext cx="12933127" cy="8846933"/>
          </a:xfrm>
          <a:custGeom>
            <a:avLst/>
            <a:gdLst/>
            <a:ahLst/>
            <a:cxnLst/>
            <a:rect r="r" b="b" t="t" l="l"/>
            <a:pathLst>
              <a:path h="8846933" w="12933127">
                <a:moveTo>
                  <a:pt x="12933127" y="0"/>
                </a:moveTo>
                <a:lnTo>
                  <a:pt x="0" y="0"/>
                </a:lnTo>
                <a:lnTo>
                  <a:pt x="0" y="8846934"/>
                </a:lnTo>
                <a:lnTo>
                  <a:pt x="12933127" y="8846934"/>
                </a:lnTo>
                <a:lnTo>
                  <a:pt x="12933127" y="0"/>
                </a:lnTo>
                <a:close/>
              </a:path>
            </a:pathLst>
          </a:custGeom>
          <a:blipFill>
            <a:blip r:embed="rId4">
              <a:alphaModFix amt="5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true" flipV="false" rot="0">
            <a:off x="12895013" y="-87753"/>
            <a:ext cx="5565944" cy="4114800"/>
          </a:xfrm>
          <a:custGeom>
            <a:avLst/>
            <a:gdLst/>
            <a:ahLst/>
            <a:cxnLst/>
            <a:rect r="r" b="b" t="t" l="l"/>
            <a:pathLst>
              <a:path h="4114800" w="5565944">
                <a:moveTo>
                  <a:pt x="5565944" y="0"/>
                </a:moveTo>
                <a:lnTo>
                  <a:pt x="0" y="0"/>
                </a:lnTo>
                <a:lnTo>
                  <a:pt x="0" y="4114800"/>
                </a:lnTo>
                <a:lnTo>
                  <a:pt x="5565944" y="4114800"/>
                </a:lnTo>
                <a:lnTo>
                  <a:pt x="5565944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5677872">
            <a:off x="11254421" y="9043070"/>
            <a:ext cx="476860" cy="880111"/>
          </a:xfrm>
          <a:custGeom>
            <a:avLst/>
            <a:gdLst/>
            <a:ahLst/>
            <a:cxnLst/>
            <a:rect r="r" b="b" t="t" l="l"/>
            <a:pathLst>
              <a:path h="880111" w="476860">
                <a:moveTo>
                  <a:pt x="0" y="0"/>
                </a:moveTo>
                <a:lnTo>
                  <a:pt x="476860" y="0"/>
                </a:lnTo>
                <a:lnTo>
                  <a:pt x="476860" y="880111"/>
                </a:lnTo>
                <a:lnTo>
                  <a:pt x="0" y="88011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6244310" y="2404918"/>
            <a:ext cx="558202" cy="474979"/>
          </a:xfrm>
          <a:custGeom>
            <a:avLst/>
            <a:gdLst/>
            <a:ahLst/>
            <a:cxnLst/>
            <a:rect r="r" b="b" t="t" l="l"/>
            <a:pathLst>
              <a:path h="474979" w="558202">
                <a:moveTo>
                  <a:pt x="0" y="0"/>
                </a:moveTo>
                <a:lnTo>
                  <a:pt x="558202" y="0"/>
                </a:lnTo>
                <a:lnTo>
                  <a:pt x="558202" y="474980"/>
                </a:lnTo>
                <a:lnTo>
                  <a:pt x="0" y="474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204041" y="118856"/>
            <a:ext cx="2225643" cy="756719"/>
          </a:xfrm>
          <a:custGeom>
            <a:avLst/>
            <a:gdLst/>
            <a:ahLst/>
            <a:cxnLst/>
            <a:rect r="r" b="b" t="t" l="l"/>
            <a:pathLst>
              <a:path h="756719" w="2225643">
                <a:moveTo>
                  <a:pt x="0" y="0"/>
                </a:moveTo>
                <a:lnTo>
                  <a:pt x="2225643" y="0"/>
                </a:lnTo>
                <a:lnTo>
                  <a:pt x="2225643" y="756719"/>
                </a:lnTo>
                <a:lnTo>
                  <a:pt x="0" y="756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graphicFrame>
        <p:nvGraphicFramePr>
          <p:cNvPr name="Object 23" id="23"/>
          <p:cNvGraphicFramePr/>
          <p:nvPr/>
        </p:nvGraphicFramePr>
        <p:xfrm>
          <a:off x="411317" y="2954593"/>
          <a:ext cx="17638323" cy="8079847"/>
        </p:xfrm>
        <a:graphic>
          <a:graphicData uri="http://schemas.openxmlformats.org/presentationml/2006/ole">
            <p:oleObj imgW="21158200" imgH="11607800" r:id="rId14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24" id="24"/>
          <p:cNvSpPr txBox="true"/>
          <p:nvPr/>
        </p:nvSpPr>
        <p:spPr>
          <a:xfrm rot="0">
            <a:off x="4189582" y="1343274"/>
            <a:ext cx="9908835" cy="896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 b="true">
                <a:solidFill>
                  <a:srgbClr val="000000"/>
                </a:solidFill>
                <a:latin typeface="Bogart Bold"/>
                <a:ea typeface="Bogart Bold"/>
                <a:cs typeface="Bogart Bold"/>
                <a:sym typeface="Bogart Bold"/>
              </a:rPr>
              <a:t>KHỞI TẠO KẾ HOẠCH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460957" cy="11315700"/>
            <a:chOff x="0" y="0"/>
            <a:chExt cx="24614610" cy="15087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4782052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564105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4346157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12821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4782052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564105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4346157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912821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4782052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9564105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4346157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912821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true" flipV="false" rot="-4690323">
            <a:off x="-5679993" y="4834833"/>
            <a:ext cx="12933127" cy="8846933"/>
          </a:xfrm>
          <a:custGeom>
            <a:avLst/>
            <a:gdLst/>
            <a:ahLst/>
            <a:cxnLst/>
            <a:rect r="r" b="b" t="t" l="l"/>
            <a:pathLst>
              <a:path h="8846933" w="12933127">
                <a:moveTo>
                  <a:pt x="12933127" y="0"/>
                </a:moveTo>
                <a:lnTo>
                  <a:pt x="0" y="0"/>
                </a:lnTo>
                <a:lnTo>
                  <a:pt x="0" y="8846934"/>
                </a:lnTo>
                <a:lnTo>
                  <a:pt x="12933127" y="8846934"/>
                </a:lnTo>
                <a:lnTo>
                  <a:pt x="12933127" y="0"/>
                </a:lnTo>
                <a:close/>
              </a:path>
            </a:pathLst>
          </a:custGeom>
          <a:blipFill>
            <a:blip r:embed="rId4">
              <a:alphaModFix amt="5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true" flipV="false" rot="0">
            <a:off x="12895013" y="-87753"/>
            <a:ext cx="5565944" cy="4114800"/>
          </a:xfrm>
          <a:custGeom>
            <a:avLst/>
            <a:gdLst/>
            <a:ahLst/>
            <a:cxnLst/>
            <a:rect r="r" b="b" t="t" l="l"/>
            <a:pathLst>
              <a:path h="4114800" w="5565944">
                <a:moveTo>
                  <a:pt x="5565944" y="0"/>
                </a:moveTo>
                <a:lnTo>
                  <a:pt x="0" y="0"/>
                </a:lnTo>
                <a:lnTo>
                  <a:pt x="0" y="4114800"/>
                </a:lnTo>
                <a:lnTo>
                  <a:pt x="5565944" y="4114800"/>
                </a:lnTo>
                <a:lnTo>
                  <a:pt x="5565944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5677872">
            <a:off x="11254421" y="9043070"/>
            <a:ext cx="476860" cy="880111"/>
          </a:xfrm>
          <a:custGeom>
            <a:avLst/>
            <a:gdLst/>
            <a:ahLst/>
            <a:cxnLst/>
            <a:rect r="r" b="b" t="t" l="l"/>
            <a:pathLst>
              <a:path h="880111" w="476860">
                <a:moveTo>
                  <a:pt x="0" y="0"/>
                </a:moveTo>
                <a:lnTo>
                  <a:pt x="476860" y="0"/>
                </a:lnTo>
                <a:lnTo>
                  <a:pt x="476860" y="880111"/>
                </a:lnTo>
                <a:lnTo>
                  <a:pt x="0" y="88011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6244310" y="2404918"/>
            <a:ext cx="558202" cy="474979"/>
          </a:xfrm>
          <a:custGeom>
            <a:avLst/>
            <a:gdLst/>
            <a:ahLst/>
            <a:cxnLst/>
            <a:rect r="r" b="b" t="t" l="l"/>
            <a:pathLst>
              <a:path h="474979" w="558202">
                <a:moveTo>
                  <a:pt x="0" y="0"/>
                </a:moveTo>
                <a:lnTo>
                  <a:pt x="558202" y="0"/>
                </a:lnTo>
                <a:lnTo>
                  <a:pt x="558202" y="474980"/>
                </a:lnTo>
                <a:lnTo>
                  <a:pt x="0" y="474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204041" y="118856"/>
            <a:ext cx="2225643" cy="756719"/>
          </a:xfrm>
          <a:custGeom>
            <a:avLst/>
            <a:gdLst/>
            <a:ahLst/>
            <a:cxnLst/>
            <a:rect r="r" b="b" t="t" l="l"/>
            <a:pathLst>
              <a:path h="756719" w="2225643">
                <a:moveTo>
                  <a:pt x="0" y="0"/>
                </a:moveTo>
                <a:lnTo>
                  <a:pt x="2225643" y="0"/>
                </a:lnTo>
                <a:lnTo>
                  <a:pt x="2225643" y="756719"/>
                </a:lnTo>
                <a:lnTo>
                  <a:pt x="0" y="756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7611877" y="0"/>
            <a:ext cx="7861669" cy="10394165"/>
          </a:xfrm>
          <a:custGeom>
            <a:avLst/>
            <a:gdLst/>
            <a:ahLst/>
            <a:cxnLst/>
            <a:rect r="r" b="b" t="t" l="l"/>
            <a:pathLst>
              <a:path h="10394165" w="7861669">
                <a:moveTo>
                  <a:pt x="0" y="0"/>
                </a:moveTo>
                <a:lnTo>
                  <a:pt x="7861669" y="0"/>
                </a:lnTo>
                <a:lnTo>
                  <a:pt x="7861669" y="10394165"/>
                </a:lnTo>
                <a:lnTo>
                  <a:pt x="0" y="1039416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316862" y="4851400"/>
            <a:ext cx="5369570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0"/>
              </a:lnSpc>
            </a:pPr>
            <a:r>
              <a:rPr lang="en-US" sz="5000" b="true">
                <a:solidFill>
                  <a:srgbClr val="000000"/>
                </a:solidFill>
                <a:latin typeface="Bogart Bold"/>
                <a:ea typeface="Bogart Bold"/>
                <a:cs typeface="Bogart Bold"/>
                <a:sym typeface="Bogart Bold"/>
              </a:rPr>
              <a:t>SƠ ĐỒ USECASE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460957" cy="11315700"/>
            <a:chOff x="0" y="0"/>
            <a:chExt cx="24614610" cy="15087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4782052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564105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4346157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12821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4782052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564105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4346157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912821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4782052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9564105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4346157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912821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true" flipV="false" rot="-4690323">
            <a:off x="-5679993" y="4834833"/>
            <a:ext cx="12933127" cy="8846933"/>
          </a:xfrm>
          <a:custGeom>
            <a:avLst/>
            <a:gdLst/>
            <a:ahLst/>
            <a:cxnLst/>
            <a:rect r="r" b="b" t="t" l="l"/>
            <a:pathLst>
              <a:path h="8846933" w="12933127">
                <a:moveTo>
                  <a:pt x="12933127" y="0"/>
                </a:moveTo>
                <a:lnTo>
                  <a:pt x="0" y="0"/>
                </a:lnTo>
                <a:lnTo>
                  <a:pt x="0" y="8846934"/>
                </a:lnTo>
                <a:lnTo>
                  <a:pt x="12933127" y="8846934"/>
                </a:lnTo>
                <a:lnTo>
                  <a:pt x="12933127" y="0"/>
                </a:lnTo>
                <a:close/>
              </a:path>
            </a:pathLst>
          </a:custGeom>
          <a:blipFill>
            <a:blip r:embed="rId4">
              <a:alphaModFix amt="5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true" flipV="false" rot="0">
            <a:off x="12895013" y="-87753"/>
            <a:ext cx="5565944" cy="4114800"/>
          </a:xfrm>
          <a:custGeom>
            <a:avLst/>
            <a:gdLst/>
            <a:ahLst/>
            <a:cxnLst/>
            <a:rect r="r" b="b" t="t" l="l"/>
            <a:pathLst>
              <a:path h="4114800" w="5565944">
                <a:moveTo>
                  <a:pt x="5565944" y="0"/>
                </a:moveTo>
                <a:lnTo>
                  <a:pt x="0" y="0"/>
                </a:lnTo>
                <a:lnTo>
                  <a:pt x="0" y="4114800"/>
                </a:lnTo>
                <a:lnTo>
                  <a:pt x="5565944" y="4114800"/>
                </a:lnTo>
                <a:lnTo>
                  <a:pt x="5565944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5677872">
            <a:off x="11254421" y="9043070"/>
            <a:ext cx="476860" cy="880111"/>
          </a:xfrm>
          <a:custGeom>
            <a:avLst/>
            <a:gdLst/>
            <a:ahLst/>
            <a:cxnLst/>
            <a:rect r="r" b="b" t="t" l="l"/>
            <a:pathLst>
              <a:path h="880111" w="476860">
                <a:moveTo>
                  <a:pt x="0" y="0"/>
                </a:moveTo>
                <a:lnTo>
                  <a:pt x="476860" y="0"/>
                </a:lnTo>
                <a:lnTo>
                  <a:pt x="476860" y="880111"/>
                </a:lnTo>
                <a:lnTo>
                  <a:pt x="0" y="88011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6244310" y="2404918"/>
            <a:ext cx="558202" cy="474979"/>
          </a:xfrm>
          <a:custGeom>
            <a:avLst/>
            <a:gdLst/>
            <a:ahLst/>
            <a:cxnLst/>
            <a:rect r="r" b="b" t="t" l="l"/>
            <a:pathLst>
              <a:path h="474979" w="558202">
                <a:moveTo>
                  <a:pt x="0" y="0"/>
                </a:moveTo>
                <a:lnTo>
                  <a:pt x="558202" y="0"/>
                </a:lnTo>
                <a:lnTo>
                  <a:pt x="558202" y="474980"/>
                </a:lnTo>
                <a:lnTo>
                  <a:pt x="0" y="474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204041" y="118856"/>
            <a:ext cx="2225643" cy="756719"/>
          </a:xfrm>
          <a:custGeom>
            <a:avLst/>
            <a:gdLst/>
            <a:ahLst/>
            <a:cxnLst/>
            <a:rect r="r" b="b" t="t" l="l"/>
            <a:pathLst>
              <a:path h="756719" w="2225643">
                <a:moveTo>
                  <a:pt x="0" y="0"/>
                </a:moveTo>
                <a:lnTo>
                  <a:pt x="2225643" y="0"/>
                </a:lnTo>
                <a:lnTo>
                  <a:pt x="2225643" y="756719"/>
                </a:lnTo>
                <a:lnTo>
                  <a:pt x="0" y="756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4385118" y="1158775"/>
            <a:ext cx="13902882" cy="8324350"/>
          </a:xfrm>
          <a:custGeom>
            <a:avLst/>
            <a:gdLst/>
            <a:ahLst/>
            <a:cxnLst/>
            <a:rect r="r" b="b" t="t" l="l"/>
            <a:pathLst>
              <a:path h="8324350" w="13902882">
                <a:moveTo>
                  <a:pt x="0" y="0"/>
                </a:moveTo>
                <a:lnTo>
                  <a:pt x="13902882" y="0"/>
                </a:lnTo>
                <a:lnTo>
                  <a:pt x="13902882" y="8324350"/>
                </a:lnTo>
                <a:lnTo>
                  <a:pt x="0" y="832435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538937" y="5229225"/>
            <a:ext cx="3798286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0"/>
              </a:lnSpc>
            </a:pPr>
            <a:r>
              <a:rPr lang="en-US" sz="5000" b="true">
                <a:solidFill>
                  <a:srgbClr val="000000"/>
                </a:solidFill>
                <a:latin typeface="Bogart Bold"/>
                <a:ea typeface="Bogart Bold"/>
                <a:cs typeface="Bogart Bold"/>
                <a:sym typeface="Bogart Bold"/>
              </a:rPr>
              <a:t>SƠ ĐỒ ERD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72957" y="0"/>
            <a:ext cx="18460957" cy="11315700"/>
            <a:chOff x="0" y="0"/>
            <a:chExt cx="24614610" cy="15087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4782052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564105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4346157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128210" y="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4782052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564105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4346157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9128210" y="4748106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4782052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9564105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4346157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9128210" y="9601200"/>
              <a:ext cx="5486400" cy="5486400"/>
            </a:xfrm>
            <a:custGeom>
              <a:avLst/>
              <a:gdLst/>
              <a:ahLst/>
              <a:cxnLst/>
              <a:rect r="r" b="b" t="t" l="l"/>
              <a:pathLst>
                <a:path h="548640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9999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8" id="18"/>
          <p:cNvSpPr/>
          <p:nvPr/>
        </p:nvSpPr>
        <p:spPr>
          <a:xfrm flipH="true" flipV="false" rot="-576580">
            <a:off x="-3225805" y="-2216200"/>
            <a:ext cx="12943572" cy="8854078"/>
          </a:xfrm>
          <a:custGeom>
            <a:avLst/>
            <a:gdLst/>
            <a:ahLst/>
            <a:cxnLst/>
            <a:rect r="r" b="b" t="t" l="l"/>
            <a:pathLst>
              <a:path h="8854078" w="12943572">
                <a:moveTo>
                  <a:pt x="12943572" y="0"/>
                </a:moveTo>
                <a:lnTo>
                  <a:pt x="0" y="0"/>
                </a:lnTo>
                <a:lnTo>
                  <a:pt x="0" y="8854078"/>
                </a:lnTo>
                <a:lnTo>
                  <a:pt x="12943572" y="8854078"/>
                </a:lnTo>
                <a:lnTo>
                  <a:pt x="1294357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true" flipV="false" rot="-576580">
            <a:off x="13783660" y="7895934"/>
            <a:ext cx="12943572" cy="8854078"/>
          </a:xfrm>
          <a:custGeom>
            <a:avLst/>
            <a:gdLst/>
            <a:ahLst/>
            <a:cxnLst/>
            <a:rect r="r" b="b" t="t" l="l"/>
            <a:pathLst>
              <a:path h="8854078" w="12943572">
                <a:moveTo>
                  <a:pt x="12943572" y="0"/>
                </a:moveTo>
                <a:lnTo>
                  <a:pt x="0" y="0"/>
                </a:lnTo>
                <a:lnTo>
                  <a:pt x="0" y="8854078"/>
                </a:lnTo>
                <a:lnTo>
                  <a:pt x="12943572" y="8854078"/>
                </a:lnTo>
                <a:lnTo>
                  <a:pt x="1294357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5677872">
            <a:off x="8447700" y="9291396"/>
            <a:ext cx="476860" cy="880111"/>
          </a:xfrm>
          <a:custGeom>
            <a:avLst/>
            <a:gdLst/>
            <a:ahLst/>
            <a:cxnLst/>
            <a:rect r="r" b="b" t="t" l="l"/>
            <a:pathLst>
              <a:path h="880111" w="476860">
                <a:moveTo>
                  <a:pt x="0" y="0"/>
                </a:moveTo>
                <a:lnTo>
                  <a:pt x="476860" y="0"/>
                </a:lnTo>
                <a:lnTo>
                  <a:pt x="476860" y="880111"/>
                </a:lnTo>
                <a:lnTo>
                  <a:pt x="0" y="8801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6980199" y="6402706"/>
            <a:ext cx="558202" cy="474979"/>
          </a:xfrm>
          <a:custGeom>
            <a:avLst/>
            <a:gdLst/>
            <a:ahLst/>
            <a:cxnLst/>
            <a:rect r="r" b="b" t="t" l="l"/>
            <a:pathLst>
              <a:path h="474979" w="558202">
                <a:moveTo>
                  <a:pt x="0" y="0"/>
                </a:moveTo>
                <a:lnTo>
                  <a:pt x="558202" y="0"/>
                </a:lnTo>
                <a:lnTo>
                  <a:pt x="558202" y="474979"/>
                </a:lnTo>
                <a:lnTo>
                  <a:pt x="0" y="47497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true" flipV="false" rot="6398702">
            <a:off x="428364" y="6655783"/>
            <a:ext cx="421958" cy="686618"/>
          </a:xfrm>
          <a:custGeom>
            <a:avLst/>
            <a:gdLst/>
            <a:ahLst/>
            <a:cxnLst/>
            <a:rect r="r" b="b" t="t" l="l"/>
            <a:pathLst>
              <a:path h="686618" w="421958">
                <a:moveTo>
                  <a:pt x="421958" y="0"/>
                </a:moveTo>
                <a:lnTo>
                  <a:pt x="0" y="0"/>
                </a:lnTo>
                <a:lnTo>
                  <a:pt x="0" y="686618"/>
                </a:lnTo>
                <a:lnTo>
                  <a:pt x="421958" y="686618"/>
                </a:lnTo>
                <a:lnTo>
                  <a:pt x="421958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3807673" y="3458193"/>
            <a:ext cx="10672654" cy="34194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49"/>
              </a:lnSpc>
            </a:pPr>
            <a:r>
              <a:rPr lang="en-US" b="true" sz="8999" spc="1097">
                <a:solidFill>
                  <a:srgbClr val="000000"/>
                </a:solidFill>
                <a:latin typeface="Bogart Bold"/>
                <a:ea typeface="Bogart Bold"/>
                <a:cs typeface="Bogart Bold"/>
                <a:sym typeface="Bogart Bold"/>
              </a:rPr>
              <a:t>CẢM ƠN</a:t>
            </a:r>
          </a:p>
          <a:p>
            <a:pPr algn="ctr">
              <a:lnSpc>
                <a:spcPts val="13949"/>
              </a:lnSpc>
            </a:pPr>
            <a:r>
              <a:rPr lang="en-US" sz="8999" spc="1097">
                <a:solidFill>
                  <a:srgbClr val="000000"/>
                </a:solidFill>
                <a:latin typeface="Bogart"/>
                <a:ea typeface="Bogart"/>
                <a:cs typeface="Bogart"/>
                <a:sym typeface="Bogart"/>
              </a:rPr>
              <a:t>ĐÃ LẮNG NGHE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204041" y="118856"/>
            <a:ext cx="2225643" cy="756719"/>
          </a:xfrm>
          <a:custGeom>
            <a:avLst/>
            <a:gdLst/>
            <a:ahLst/>
            <a:cxnLst/>
            <a:rect r="r" b="b" t="t" l="l"/>
            <a:pathLst>
              <a:path h="756719" w="2225643">
                <a:moveTo>
                  <a:pt x="0" y="0"/>
                </a:moveTo>
                <a:lnTo>
                  <a:pt x="2225643" y="0"/>
                </a:lnTo>
                <a:lnTo>
                  <a:pt x="2225643" y="756719"/>
                </a:lnTo>
                <a:lnTo>
                  <a:pt x="0" y="756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DAHVdgbajH4</dc:identifier>
  <dcterms:modified xsi:type="dcterms:W3CDTF">2011-08-01T06:04:30Z</dcterms:modified>
  <cp:revision>1</cp:revision>
  <dc:title>DATN</dc:title>
</cp:coreProperties>
</file>